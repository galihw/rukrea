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3421063" cy="192246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9" d="100"/>
          <a:sy n="229" d="100"/>
        </p:scale>
        <p:origin x="-114" y="-84"/>
      </p:cViewPr>
      <p:guideLst>
        <p:guide orient="horz" pos="606"/>
        <p:guide pos="1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580" y="597209"/>
            <a:ext cx="2907904" cy="4120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60" y="1089396"/>
            <a:ext cx="2394744" cy="49129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037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64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240" y="1235361"/>
            <a:ext cx="2907904" cy="3818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240" y="814823"/>
            <a:ext cx="2907904" cy="4205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689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053" y="125940"/>
            <a:ext cx="1510969" cy="3555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9041" y="125940"/>
            <a:ext cx="1510969" cy="3555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5783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53" y="76988"/>
            <a:ext cx="3078957" cy="32041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53" y="430330"/>
            <a:ext cx="1511564" cy="1793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053" y="609671"/>
            <a:ext cx="1511564" cy="110764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37853" y="430330"/>
            <a:ext cx="1512157" cy="1793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37853" y="609671"/>
            <a:ext cx="1512157" cy="110764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498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0547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464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54" y="76543"/>
            <a:ext cx="1125506" cy="3257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7541" y="76544"/>
            <a:ext cx="1912469" cy="16407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054" y="402293"/>
            <a:ext cx="1125506" cy="13150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905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2" y="1345724"/>
            <a:ext cx="2052638" cy="15887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70552" y="171776"/>
            <a:ext cx="2052638" cy="11534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52" y="1504595"/>
            <a:ext cx="2052638" cy="2256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992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104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80271" y="21362"/>
            <a:ext cx="769739" cy="46014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053" y="21362"/>
            <a:ext cx="2252200" cy="46014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4882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053" y="76988"/>
            <a:ext cx="3078957" cy="320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53" y="448576"/>
            <a:ext cx="3078957" cy="1268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053" y="1781840"/>
            <a:ext cx="798248" cy="102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44E58-8384-447B-9288-B3BFE7327055}" type="datetimeFigureOut">
              <a:rPr lang="id-ID" smtClean="0"/>
              <a:t>29/07/2026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8863" y="1781840"/>
            <a:ext cx="1083337" cy="102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1762" y="1781840"/>
            <a:ext cx="798248" cy="1023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0F6EA-D8CE-4D0D-BD09-1F0D426C66D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3392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"/>
          <p:cNvSpPr txBox="1"/>
          <p:nvPr/>
        </p:nvSpPr>
        <p:spPr>
          <a:xfrm>
            <a:off x="781888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p</a:t>
            </a:r>
            <a:endParaRPr lang="id-ID" sz="2400" dirty="0"/>
          </a:p>
        </p:txBody>
      </p:sp>
      <p:sp>
        <p:nvSpPr>
          <p:cNvPr id="7" name="3"/>
          <p:cNvSpPr/>
          <p:nvPr/>
        </p:nvSpPr>
        <p:spPr>
          <a:xfrm>
            <a:off x="748218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8" name="4"/>
          <p:cNvSpPr txBox="1"/>
          <p:nvPr/>
        </p:nvSpPr>
        <p:spPr>
          <a:xfrm>
            <a:off x="79791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2" name="8"/>
          <p:cNvSpPr txBox="1"/>
          <p:nvPr/>
        </p:nvSpPr>
        <p:spPr>
          <a:xfrm>
            <a:off x="2267331" y="805227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?</a:t>
            </a:r>
            <a:endParaRPr lang="id-ID" sz="2400" dirty="0"/>
          </a:p>
        </p:txBody>
      </p:sp>
      <p:sp>
        <p:nvSpPr>
          <p:cNvPr id="10" name="2"/>
          <p:cNvSpPr txBox="1"/>
          <p:nvPr/>
        </p:nvSpPr>
        <p:spPr>
          <a:xfrm>
            <a:off x="811086" y="23492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Dimana p &gt; c</a:t>
            </a:r>
            <a:endParaRPr lang="id-ID" sz="2400" dirty="0"/>
          </a:p>
        </p:txBody>
      </p:sp>
      <p:sp>
        <p:nvSpPr>
          <p:cNvPr id="11" name="2"/>
          <p:cNvSpPr txBox="1"/>
          <p:nvPr/>
        </p:nvSpPr>
        <p:spPr>
          <a:xfrm>
            <a:off x="0" y="0"/>
            <a:ext cx="136761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Biasa ke Campuran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7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48218" y="604012"/>
            <a:ext cx="413909" cy="893713"/>
            <a:chOff x="748218" y="604012"/>
            <a:chExt cx="413909" cy="893713"/>
          </a:xfrm>
        </p:grpSpPr>
        <p:sp>
          <p:nvSpPr>
            <p:cNvPr id="6" name="2"/>
            <p:cNvSpPr txBox="1"/>
            <p:nvPr/>
          </p:nvSpPr>
          <p:spPr>
            <a:xfrm>
              <a:off x="781888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p</a:t>
              </a:r>
              <a:endParaRPr lang="id-ID" sz="2400" dirty="0"/>
            </a:p>
          </p:txBody>
        </p:sp>
        <p:sp>
          <p:nvSpPr>
            <p:cNvPr id="7" name="3"/>
            <p:cNvSpPr/>
            <p:nvPr/>
          </p:nvSpPr>
          <p:spPr>
            <a:xfrm>
              <a:off x="748218" y="1068296"/>
              <a:ext cx="413909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8" name="4"/>
            <p:cNvSpPr txBox="1"/>
            <p:nvPr/>
          </p:nvSpPr>
          <p:spPr>
            <a:xfrm>
              <a:off x="79791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2222799" y="604012"/>
            <a:ext cx="413909" cy="893713"/>
            <a:chOff x="748218" y="604012"/>
            <a:chExt cx="413909" cy="893713"/>
          </a:xfrm>
        </p:grpSpPr>
        <p:sp>
          <p:nvSpPr>
            <p:cNvPr id="14" name="2"/>
            <p:cNvSpPr txBox="1"/>
            <p:nvPr/>
          </p:nvSpPr>
          <p:spPr>
            <a:xfrm>
              <a:off x="781888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p</a:t>
              </a:r>
              <a:endParaRPr lang="id-ID" sz="2400" dirty="0"/>
            </a:p>
          </p:txBody>
        </p:sp>
        <p:sp>
          <p:nvSpPr>
            <p:cNvPr id="15" name="3"/>
            <p:cNvSpPr/>
            <p:nvPr/>
          </p:nvSpPr>
          <p:spPr>
            <a:xfrm>
              <a:off x="748218" y="1068296"/>
              <a:ext cx="413909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16" name="4"/>
            <p:cNvSpPr txBox="1"/>
            <p:nvPr/>
          </p:nvSpPr>
          <p:spPr>
            <a:xfrm>
              <a:off x="79791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12" name="2"/>
          <p:cNvSpPr txBox="1"/>
          <p:nvPr/>
        </p:nvSpPr>
        <p:spPr>
          <a:xfrm>
            <a:off x="811086" y="23492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Dimana p &gt; c</a:t>
            </a:r>
            <a:endParaRPr lang="id-ID" sz="2400" dirty="0"/>
          </a:p>
        </p:txBody>
      </p:sp>
      <p:sp>
        <p:nvSpPr>
          <p:cNvPr id="17" name="2"/>
          <p:cNvSpPr txBox="1"/>
          <p:nvPr/>
        </p:nvSpPr>
        <p:spPr>
          <a:xfrm>
            <a:off x="0" y="0"/>
            <a:ext cx="136761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Biasa ke Campuran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3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9331E-6 1.07349E-7 L -0.42758 1.07349E-7 " pathEditMode="relative" rAng="0" ptsTypes="AA">
                                      <p:cBhvr>
                                        <p:cTn id="6" dur="2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48218" y="604012"/>
            <a:ext cx="413909" cy="893713"/>
            <a:chOff x="748218" y="604012"/>
            <a:chExt cx="413909" cy="893713"/>
          </a:xfrm>
        </p:grpSpPr>
        <p:sp>
          <p:nvSpPr>
            <p:cNvPr id="6" name="2"/>
            <p:cNvSpPr txBox="1"/>
            <p:nvPr/>
          </p:nvSpPr>
          <p:spPr>
            <a:xfrm>
              <a:off x="781888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p</a:t>
              </a:r>
              <a:endParaRPr lang="id-ID" sz="2400" dirty="0"/>
            </a:p>
          </p:txBody>
        </p:sp>
        <p:sp>
          <p:nvSpPr>
            <p:cNvPr id="7" name="3"/>
            <p:cNvSpPr/>
            <p:nvPr/>
          </p:nvSpPr>
          <p:spPr>
            <a:xfrm>
              <a:off x="748218" y="1068296"/>
              <a:ext cx="413909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8" name="4"/>
            <p:cNvSpPr txBox="1"/>
            <p:nvPr/>
          </p:nvSpPr>
          <p:spPr>
            <a:xfrm>
              <a:off x="79791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0" name="6"/>
          <p:cNvSpPr txBox="1"/>
          <p:nvPr/>
        </p:nvSpPr>
        <p:spPr>
          <a:xfrm>
            <a:off x="1896236" y="604012"/>
            <a:ext cx="1069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c×a + b</a:t>
            </a:r>
            <a:endParaRPr lang="id-ID" sz="2400" dirty="0"/>
          </a:p>
        </p:txBody>
      </p:sp>
      <p:sp>
        <p:nvSpPr>
          <p:cNvPr id="11" name="7"/>
          <p:cNvSpPr/>
          <p:nvPr/>
        </p:nvSpPr>
        <p:spPr>
          <a:xfrm>
            <a:off x="1944998" y="1068296"/>
            <a:ext cx="97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2" name="8"/>
          <p:cNvSpPr txBox="1"/>
          <p:nvPr/>
        </p:nvSpPr>
        <p:spPr>
          <a:xfrm>
            <a:off x="2273743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4" name="2"/>
          <p:cNvSpPr txBox="1"/>
          <p:nvPr/>
        </p:nvSpPr>
        <p:spPr>
          <a:xfrm>
            <a:off x="2256469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p</a:t>
            </a:r>
            <a:endParaRPr lang="id-ID" sz="2400" dirty="0"/>
          </a:p>
        </p:txBody>
      </p:sp>
      <p:sp>
        <p:nvSpPr>
          <p:cNvPr id="15" name="3"/>
          <p:cNvSpPr/>
          <p:nvPr/>
        </p:nvSpPr>
        <p:spPr>
          <a:xfrm>
            <a:off x="2222799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6" name="4"/>
          <p:cNvSpPr txBox="1"/>
          <p:nvPr/>
        </p:nvSpPr>
        <p:spPr>
          <a:xfrm>
            <a:off x="2272499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7" name="2"/>
          <p:cNvSpPr txBox="1"/>
          <p:nvPr/>
        </p:nvSpPr>
        <p:spPr>
          <a:xfrm>
            <a:off x="811086" y="23492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Dimana p &gt; c</a:t>
            </a:r>
            <a:endParaRPr lang="id-ID" sz="2400" dirty="0"/>
          </a:p>
        </p:txBody>
      </p:sp>
      <p:sp>
        <p:nvSpPr>
          <p:cNvPr id="18" name="2"/>
          <p:cNvSpPr txBox="1"/>
          <p:nvPr/>
        </p:nvSpPr>
        <p:spPr>
          <a:xfrm>
            <a:off x="0" y="0"/>
            <a:ext cx="136761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Biasa ke Campuran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69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"/>
          <p:cNvSpPr txBox="1"/>
          <p:nvPr/>
        </p:nvSpPr>
        <p:spPr>
          <a:xfrm>
            <a:off x="781888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p</a:t>
            </a:r>
            <a:endParaRPr lang="id-ID" sz="2400" dirty="0"/>
          </a:p>
        </p:txBody>
      </p:sp>
      <p:sp>
        <p:nvSpPr>
          <p:cNvPr id="7" name="3"/>
          <p:cNvSpPr/>
          <p:nvPr/>
        </p:nvSpPr>
        <p:spPr>
          <a:xfrm>
            <a:off x="748218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8" name="4"/>
          <p:cNvSpPr txBox="1"/>
          <p:nvPr/>
        </p:nvSpPr>
        <p:spPr>
          <a:xfrm>
            <a:off x="79791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9" name="=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0" name="cxa"/>
          <p:cNvSpPr txBox="1"/>
          <p:nvPr/>
        </p:nvSpPr>
        <p:spPr>
          <a:xfrm>
            <a:off x="1897405" y="604012"/>
            <a:ext cx="615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c×a</a:t>
            </a:r>
            <a:endParaRPr lang="id-ID" sz="2400" dirty="0"/>
          </a:p>
        </p:txBody>
      </p:sp>
      <p:sp>
        <p:nvSpPr>
          <p:cNvPr id="11" name="per"/>
          <p:cNvSpPr/>
          <p:nvPr/>
        </p:nvSpPr>
        <p:spPr>
          <a:xfrm>
            <a:off x="1944998" y="1068296"/>
            <a:ext cx="43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2" name="c"/>
          <p:cNvSpPr txBox="1"/>
          <p:nvPr/>
        </p:nvSpPr>
        <p:spPr>
          <a:xfrm>
            <a:off x="1998563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3" name="per"/>
          <p:cNvSpPr/>
          <p:nvPr/>
        </p:nvSpPr>
        <p:spPr>
          <a:xfrm>
            <a:off x="2718643" y="1068296"/>
            <a:ext cx="432000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14" name="c"/>
          <p:cNvSpPr txBox="1"/>
          <p:nvPr/>
        </p:nvSpPr>
        <p:spPr>
          <a:xfrm>
            <a:off x="277738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5" name="b"/>
          <p:cNvSpPr txBox="1"/>
          <p:nvPr/>
        </p:nvSpPr>
        <p:spPr>
          <a:xfrm>
            <a:off x="2790651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b</a:t>
            </a:r>
            <a:endParaRPr lang="id-ID" sz="2400" dirty="0"/>
          </a:p>
        </p:txBody>
      </p:sp>
      <p:sp>
        <p:nvSpPr>
          <p:cNvPr id="16" name="+"/>
          <p:cNvSpPr txBox="1"/>
          <p:nvPr/>
        </p:nvSpPr>
        <p:spPr>
          <a:xfrm>
            <a:off x="2418311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+</a:t>
            </a:r>
            <a:endParaRPr lang="id-ID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1896236" y="604012"/>
            <a:ext cx="1069525" cy="893713"/>
            <a:chOff x="1896236" y="604012"/>
            <a:chExt cx="1069525" cy="893713"/>
          </a:xfrm>
        </p:grpSpPr>
        <p:sp>
          <p:nvSpPr>
            <p:cNvPr id="17" name="6"/>
            <p:cNvSpPr txBox="1"/>
            <p:nvPr/>
          </p:nvSpPr>
          <p:spPr>
            <a:xfrm>
              <a:off x="1896236" y="604012"/>
              <a:ext cx="1069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c×a + b</a:t>
              </a:r>
              <a:endParaRPr lang="id-ID" sz="2400" dirty="0"/>
            </a:p>
          </p:txBody>
        </p:sp>
        <p:sp>
          <p:nvSpPr>
            <p:cNvPr id="18" name="7"/>
            <p:cNvSpPr/>
            <p:nvPr/>
          </p:nvSpPr>
          <p:spPr>
            <a:xfrm>
              <a:off x="1944998" y="1068296"/>
              <a:ext cx="972000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19" name="4"/>
            <p:cNvSpPr txBox="1"/>
            <p:nvPr/>
          </p:nvSpPr>
          <p:spPr>
            <a:xfrm>
              <a:off x="2272499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</p:grpSp>
      <p:sp>
        <p:nvSpPr>
          <p:cNvPr id="21" name="2"/>
          <p:cNvSpPr txBox="1"/>
          <p:nvPr/>
        </p:nvSpPr>
        <p:spPr>
          <a:xfrm>
            <a:off x="811086" y="23492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Dimana p &gt; c</a:t>
            </a:r>
            <a:endParaRPr lang="id-ID" sz="2400" dirty="0"/>
          </a:p>
        </p:txBody>
      </p:sp>
      <p:sp>
        <p:nvSpPr>
          <p:cNvPr id="22" name="2"/>
          <p:cNvSpPr txBox="1"/>
          <p:nvPr/>
        </p:nvSpPr>
        <p:spPr>
          <a:xfrm>
            <a:off x="0" y="0"/>
            <a:ext cx="136761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Biasa ke Campuran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92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269E-6 3.98844E-6 L -0.05381 3.98844E-6 " pathEditMode="relative" rAng="0" ptsTypes="AA">
                                      <p:cBhvr>
                                        <p:cTn id="6" dur="2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5399E-7 4.5417E-7 L -0.00696 -0.11065 " pathEditMode="relative" rAng="0" ptsTypes="AA">
                                      <p:cBhvr>
                                        <p:cTn id="8" dur="20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1" y="-553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9555E-6 2.12221E-6 L 0.09045 2.12221E-6 " pathEditMode="relative" rAng="0" ptsTypes="AA">
                                      <p:cBhvr>
                                        <p:cTn id="10" dur="2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9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2096E-6 2.12221E-6 L -0.13869 2.12221E-6 " pathEditMode="relative" rAng="0" ptsTypes="AA">
                                      <p:cBhvr>
                                        <p:cTn id="12" dur="2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7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987E-7 4.62428E-7 L 0.08998 4.62428E-7 " pathEditMode="relative" rAng="0" ptsTypes="AA">
                                      <p:cBhvr>
                                        <p:cTn id="14" dur="2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9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2096E-6 4.62428E-7 L -0.13637 4.62428E-7 " pathEditMode="relative" rAng="0" ptsTypes="AA">
                                      <p:cBhvr>
                                        <p:cTn id="16" dur="2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18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2" grpId="1"/>
      <p:bldP spid="13" grpId="0" animBg="1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"/>
          <p:cNvSpPr txBox="1"/>
          <p:nvPr/>
        </p:nvSpPr>
        <p:spPr>
          <a:xfrm>
            <a:off x="781888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p</a:t>
            </a:r>
            <a:endParaRPr lang="id-ID" sz="2400" dirty="0"/>
          </a:p>
        </p:txBody>
      </p:sp>
      <p:sp>
        <p:nvSpPr>
          <p:cNvPr id="7" name="3"/>
          <p:cNvSpPr/>
          <p:nvPr/>
        </p:nvSpPr>
        <p:spPr>
          <a:xfrm>
            <a:off x="748218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8" name="4"/>
          <p:cNvSpPr txBox="1"/>
          <p:nvPr/>
        </p:nvSpPr>
        <p:spPr>
          <a:xfrm>
            <a:off x="79791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9" name="=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2718643" y="604012"/>
            <a:ext cx="432000" cy="893713"/>
            <a:chOff x="2718643" y="604012"/>
            <a:chExt cx="432000" cy="893713"/>
          </a:xfrm>
        </p:grpSpPr>
        <p:sp>
          <p:nvSpPr>
            <p:cNvPr id="13" name="7"/>
            <p:cNvSpPr/>
            <p:nvPr/>
          </p:nvSpPr>
          <p:spPr>
            <a:xfrm>
              <a:off x="2718643" y="1068296"/>
              <a:ext cx="432000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14" name="8"/>
            <p:cNvSpPr txBox="1"/>
            <p:nvPr/>
          </p:nvSpPr>
          <p:spPr>
            <a:xfrm>
              <a:off x="277738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  <p:sp>
          <p:nvSpPr>
            <p:cNvPr id="15" name="6"/>
            <p:cNvSpPr txBox="1"/>
            <p:nvPr/>
          </p:nvSpPr>
          <p:spPr>
            <a:xfrm>
              <a:off x="2790651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b</a:t>
              </a:r>
              <a:endParaRPr lang="id-ID" sz="2400" dirty="0"/>
            </a:p>
          </p:txBody>
        </p:sp>
      </p:grpSp>
      <p:sp>
        <p:nvSpPr>
          <p:cNvPr id="16" name="+"/>
          <p:cNvSpPr txBox="1"/>
          <p:nvPr/>
        </p:nvSpPr>
        <p:spPr>
          <a:xfrm>
            <a:off x="2315800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+</a:t>
            </a:r>
            <a:endParaRPr lang="id-ID" sz="2400" dirty="0"/>
          </a:p>
        </p:txBody>
      </p:sp>
      <p:sp>
        <p:nvSpPr>
          <p:cNvPr id="17" name="a"/>
          <p:cNvSpPr txBox="1"/>
          <p:nvPr/>
        </p:nvSpPr>
        <p:spPr>
          <a:xfrm>
            <a:off x="1994927" y="821339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1897304" y="604012"/>
            <a:ext cx="1253339" cy="893713"/>
            <a:chOff x="1897304" y="604012"/>
            <a:chExt cx="1253339" cy="893713"/>
          </a:xfrm>
        </p:grpSpPr>
        <p:sp>
          <p:nvSpPr>
            <p:cNvPr id="19" name="6"/>
            <p:cNvSpPr txBox="1"/>
            <p:nvPr/>
          </p:nvSpPr>
          <p:spPr>
            <a:xfrm>
              <a:off x="1897304" y="604012"/>
              <a:ext cx="6158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c×a</a:t>
              </a:r>
              <a:endParaRPr lang="id-ID" sz="2400" dirty="0"/>
            </a:p>
          </p:txBody>
        </p:sp>
        <p:sp>
          <p:nvSpPr>
            <p:cNvPr id="20" name="7"/>
            <p:cNvSpPr/>
            <p:nvPr/>
          </p:nvSpPr>
          <p:spPr>
            <a:xfrm>
              <a:off x="1944998" y="1068296"/>
              <a:ext cx="432000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21" name="8"/>
            <p:cNvSpPr txBox="1"/>
            <p:nvPr/>
          </p:nvSpPr>
          <p:spPr>
            <a:xfrm>
              <a:off x="1998563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  <p:sp>
          <p:nvSpPr>
            <p:cNvPr id="22" name="7"/>
            <p:cNvSpPr/>
            <p:nvPr/>
          </p:nvSpPr>
          <p:spPr>
            <a:xfrm>
              <a:off x="2718643" y="1068296"/>
              <a:ext cx="432000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23" name="8"/>
            <p:cNvSpPr txBox="1"/>
            <p:nvPr/>
          </p:nvSpPr>
          <p:spPr>
            <a:xfrm>
              <a:off x="277738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  <p:sp>
          <p:nvSpPr>
            <p:cNvPr id="24" name="6"/>
            <p:cNvSpPr txBox="1"/>
            <p:nvPr/>
          </p:nvSpPr>
          <p:spPr>
            <a:xfrm>
              <a:off x="2790651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b</a:t>
              </a:r>
              <a:endParaRPr lang="id-ID" sz="2400" dirty="0"/>
            </a:p>
          </p:txBody>
        </p:sp>
        <p:sp>
          <p:nvSpPr>
            <p:cNvPr id="25" name="5"/>
            <p:cNvSpPr txBox="1"/>
            <p:nvPr/>
          </p:nvSpPr>
          <p:spPr>
            <a:xfrm>
              <a:off x="2418311" y="808130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+</a:t>
              </a:r>
              <a:endParaRPr lang="id-ID" sz="2400" dirty="0"/>
            </a:p>
          </p:txBody>
        </p:sp>
      </p:grpSp>
      <p:sp>
        <p:nvSpPr>
          <p:cNvPr id="27" name="2"/>
          <p:cNvSpPr txBox="1"/>
          <p:nvPr/>
        </p:nvSpPr>
        <p:spPr>
          <a:xfrm>
            <a:off x="811086" y="23492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Dimana p &gt; c</a:t>
            </a:r>
            <a:endParaRPr lang="id-ID" sz="2400" dirty="0"/>
          </a:p>
        </p:txBody>
      </p:sp>
      <p:sp>
        <p:nvSpPr>
          <p:cNvPr id="28" name="2"/>
          <p:cNvSpPr txBox="1"/>
          <p:nvPr/>
        </p:nvSpPr>
        <p:spPr>
          <a:xfrm>
            <a:off x="0" y="0"/>
            <a:ext cx="136761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Biasa ke Campuran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08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616E-6 4.5417E-7 L 0.03525 4.5417E-7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"/>
          <p:cNvSpPr txBox="1"/>
          <p:nvPr/>
        </p:nvSpPr>
        <p:spPr>
          <a:xfrm>
            <a:off x="781888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p</a:t>
            </a:r>
            <a:endParaRPr lang="id-ID" sz="2400" dirty="0"/>
          </a:p>
        </p:txBody>
      </p:sp>
      <p:sp>
        <p:nvSpPr>
          <p:cNvPr id="7" name="3"/>
          <p:cNvSpPr/>
          <p:nvPr/>
        </p:nvSpPr>
        <p:spPr>
          <a:xfrm>
            <a:off x="748218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sp>
        <p:nvSpPr>
          <p:cNvPr id="8" name="4"/>
          <p:cNvSpPr txBox="1"/>
          <p:nvPr/>
        </p:nvSpPr>
        <p:spPr>
          <a:xfrm>
            <a:off x="797918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9" name="5"/>
          <p:cNvSpPr txBox="1"/>
          <p:nvPr/>
        </p:nvSpPr>
        <p:spPr>
          <a:xfrm>
            <a:off x="1358173" y="808130"/>
            <a:ext cx="338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=</a:t>
            </a:r>
            <a:endParaRPr lang="id-ID" sz="2400" dirty="0"/>
          </a:p>
        </p:txBody>
      </p:sp>
      <p:sp>
        <p:nvSpPr>
          <p:cNvPr id="10" name="b"/>
          <p:cNvSpPr txBox="1"/>
          <p:nvPr/>
        </p:nvSpPr>
        <p:spPr>
          <a:xfrm>
            <a:off x="2257713" y="604012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b</a:t>
            </a:r>
            <a:endParaRPr lang="id-ID" sz="2400" dirty="0"/>
          </a:p>
        </p:txBody>
      </p:sp>
      <p:sp>
        <p:nvSpPr>
          <p:cNvPr id="12" name="c"/>
          <p:cNvSpPr txBox="1"/>
          <p:nvPr/>
        </p:nvSpPr>
        <p:spPr>
          <a:xfrm>
            <a:off x="2273743" y="1036060"/>
            <a:ext cx="31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c</a:t>
            </a:r>
            <a:endParaRPr lang="id-ID" sz="2400" dirty="0"/>
          </a:p>
        </p:txBody>
      </p:sp>
      <p:sp>
        <p:nvSpPr>
          <p:cNvPr id="13" name="a"/>
          <p:cNvSpPr txBox="1"/>
          <p:nvPr/>
        </p:nvSpPr>
        <p:spPr>
          <a:xfrm>
            <a:off x="1908523" y="821339"/>
            <a:ext cx="3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a</a:t>
            </a:r>
            <a:endParaRPr lang="id-ID" sz="2400" dirty="0"/>
          </a:p>
        </p:txBody>
      </p:sp>
      <p:sp>
        <p:nvSpPr>
          <p:cNvPr id="14" name="----"/>
          <p:cNvSpPr/>
          <p:nvPr/>
        </p:nvSpPr>
        <p:spPr>
          <a:xfrm>
            <a:off x="2222799" y="1068296"/>
            <a:ext cx="41390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400"/>
          </a:p>
        </p:txBody>
      </p:sp>
      <p:grpSp>
        <p:nvGrpSpPr>
          <p:cNvPr id="15" name="Group 14"/>
          <p:cNvGrpSpPr/>
          <p:nvPr/>
        </p:nvGrpSpPr>
        <p:grpSpPr>
          <a:xfrm>
            <a:off x="1994927" y="604012"/>
            <a:ext cx="1155716" cy="893713"/>
            <a:chOff x="1994927" y="604012"/>
            <a:chExt cx="1155716" cy="893713"/>
          </a:xfrm>
        </p:grpSpPr>
        <p:sp>
          <p:nvSpPr>
            <p:cNvPr id="16" name="7"/>
            <p:cNvSpPr/>
            <p:nvPr/>
          </p:nvSpPr>
          <p:spPr>
            <a:xfrm>
              <a:off x="2718643" y="1068296"/>
              <a:ext cx="432000" cy="1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/>
            </a:p>
          </p:txBody>
        </p:sp>
        <p:sp>
          <p:nvSpPr>
            <p:cNvPr id="17" name="8"/>
            <p:cNvSpPr txBox="1"/>
            <p:nvPr/>
          </p:nvSpPr>
          <p:spPr>
            <a:xfrm>
              <a:off x="2777388" y="1036060"/>
              <a:ext cx="31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c</a:t>
              </a:r>
              <a:endParaRPr lang="id-ID" sz="2400" dirty="0"/>
            </a:p>
          </p:txBody>
        </p:sp>
        <p:sp>
          <p:nvSpPr>
            <p:cNvPr id="18" name="6"/>
            <p:cNvSpPr txBox="1"/>
            <p:nvPr/>
          </p:nvSpPr>
          <p:spPr>
            <a:xfrm>
              <a:off x="2790651" y="604012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b</a:t>
              </a:r>
              <a:endParaRPr lang="id-ID" sz="2400" dirty="0"/>
            </a:p>
          </p:txBody>
        </p:sp>
        <p:sp>
          <p:nvSpPr>
            <p:cNvPr id="19" name="5"/>
            <p:cNvSpPr txBox="1"/>
            <p:nvPr/>
          </p:nvSpPr>
          <p:spPr>
            <a:xfrm>
              <a:off x="2315800" y="808130"/>
              <a:ext cx="33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+</a:t>
              </a:r>
              <a:endParaRPr lang="id-ID" sz="2400" dirty="0"/>
            </a:p>
          </p:txBody>
        </p:sp>
        <p:sp>
          <p:nvSpPr>
            <p:cNvPr id="20" name="2"/>
            <p:cNvSpPr txBox="1"/>
            <p:nvPr/>
          </p:nvSpPr>
          <p:spPr>
            <a:xfrm>
              <a:off x="1994927" y="821339"/>
              <a:ext cx="332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d-ID" sz="2400" dirty="0" smtClean="0"/>
                <a:t>a</a:t>
              </a:r>
              <a:endParaRPr lang="id-ID" sz="2400" dirty="0"/>
            </a:p>
          </p:txBody>
        </p:sp>
      </p:grpSp>
      <p:sp>
        <p:nvSpPr>
          <p:cNvPr id="22" name="2"/>
          <p:cNvSpPr txBox="1"/>
          <p:nvPr/>
        </p:nvSpPr>
        <p:spPr>
          <a:xfrm>
            <a:off x="811086" y="234923"/>
            <a:ext cx="1798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400" dirty="0" smtClean="0"/>
              <a:t>Dimana p &gt; c</a:t>
            </a:r>
            <a:endParaRPr lang="id-ID" sz="2400" dirty="0"/>
          </a:p>
        </p:txBody>
      </p:sp>
      <p:sp>
        <p:nvSpPr>
          <p:cNvPr id="23" name="2"/>
          <p:cNvSpPr txBox="1"/>
          <p:nvPr/>
        </p:nvSpPr>
        <p:spPr>
          <a:xfrm>
            <a:off x="0" y="0"/>
            <a:ext cx="136761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id-ID" sz="1200" dirty="0" smtClean="0">
                <a:solidFill>
                  <a:schemeClr val="bg1"/>
                </a:solidFill>
              </a:rPr>
              <a:t>Biasa ke Campuran</a:t>
            </a:r>
            <a:endParaRPr lang="id-ID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66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"/>
    </mc:Choice>
    <mc:Fallback xmlns="">
      <p:transition spd="slow" advClick="0" advTm="3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1725E-6 1.68317E-6 L 0.15909 1.6831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31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1725E-6 1.68317E-6 L 0.15909 1.68317E-6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31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1725E-6 1.68317E-6 L 0.15909 1.68317E-6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31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9147E-6 4.34352E-6 L 0.02458 4.34352E-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6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12" grpId="1"/>
      <p:bldP spid="13" grpId="0"/>
      <p:bldP spid="13" grpId="1"/>
      <p:bldP spid="14" grpId="0" animBg="1"/>
      <p:bldP spid="1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94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OurFutureWay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FutureWay</dc:creator>
  <cp:lastModifiedBy>FutureWay</cp:lastModifiedBy>
  <cp:revision>11</cp:revision>
  <dcterms:created xsi:type="dcterms:W3CDTF">2026-07-29T02:44:48Z</dcterms:created>
  <dcterms:modified xsi:type="dcterms:W3CDTF">2026-07-29T12:44:57Z</dcterms:modified>
</cp:coreProperties>
</file>