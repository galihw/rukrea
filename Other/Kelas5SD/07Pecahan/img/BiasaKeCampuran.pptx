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8" r:id="rId8"/>
    <p:sldId id="262" r:id="rId9"/>
    <p:sldId id="263" r:id="rId10"/>
    <p:sldId id="264" r:id="rId11"/>
    <p:sldId id="265" r:id="rId12"/>
    <p:sldId id="266" r:id="rId13"/>
    <p:sldId id="267" r:id="rId14"/>
  </p:sldIdLst>
  <p:sldSz cx="3421063" cy="1922463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5" d="100"/>
          <a:sy n="165" d="100"/>
        </p:scale>
        <p:origin x="-96" y="-522"/>
      </p:cViewPr>
      <p:guideLst>
        <p:guide orient="horz" pos="606"/>
        <p:guide pos="107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580" y="597209"/>
            <a:ext cx="2907904" cy="41208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60" y="1089396"/>
            <a:ext cx="2394744" cy="49129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50375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2641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240" y="1235361"/>
            <a:ext cx="2907904" cy="38182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0240" y="814823"/>
            <a:ext cx="2907904" cy="4205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26893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1053" y="125940"/>
            <a:ext cx="1510969" cy="3555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9041" y="125940"/>
            <a:ext cx="1510969" cy="3555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57832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053" y="76988"/>
            <a:ext cx="3078957" cy="320411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053" y="430330"/>
            <a:ext cx="1511564" cy="17934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1053" y="609671"/>
            <a:ext cx="1511564" cy="110764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737853" y="430330"/>
            <a:ext cx="1512157" cy="17934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737853" y="609671"/>
            <a:ext cx="1512157" cy="110764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04988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05476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54646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054" y="76543"/>
            <a:ext cx="1125506" cy="3257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37541" y="76544"/>
            <a:ext cx="1912469" cy="16407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1054" y="402293"/>
            <a:ext cx="1125506" cy="13150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169050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52" y="1345724"/>
            <a:ext cx="2052638" cy="15887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70552" y="171776"/>
            <a:ext cx="2052638" cy="115347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0552" y="1504595"/>
            <a:ext cx="2052638" cy="2256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9926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81046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480271" y="21362"/>
            <a:ext cx="769739" cy="46014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1053" y="21362"/>
            <a:ext cx="2252200" cy="46014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44882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1053" y="76988"/>
            <a:ext cx="3078957" cy="3204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053" y="448576"/>
            <a:ext cx="3078957" cy="1268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1053" y="1781840"/>
            <a:ext cx="798248" cy="102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68863" y="1781840"/>
            <a:ext cx="1083337" cy="102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451762" y="1781840"/>
            <a:ext cx="798248" cy="102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43392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p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9791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2" name="8"/>
          <p:cNvSpPr txBox="1"/>
          <p:nvPr/>
        </p:nvSpPr>
        <p:spPr>
          <a:xfrm>
            <a:off x="2267331" y="805227"/>
            <a:ext cx="327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?</a:t>
            </a:r>
            <a:endParaRPr lang="id-ID" sz="2400" dirty="0"/>
          </a:p>
        </p:txBody>
      </p:sp>
      <p:sp>
        <p:nvSpPr>
          <p:cNvPr id="10" name="2"/>
          <p:cNvSpPr txBox="1"/>
          <p:nvPr/>
        </p:nvSpPr>
        <p:spPr>
          <a:xfrm>
            <a:off x="811086" y="234923"/>
            <a:ext cx="1798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p &gt; c</a:t>
            </a:r>
            <a:endParaRPr lang="id-ID" sz="2400" dirty="0"/>
          </a:p>
        </p:txBody>
      </p:sp>
      <p:sp>
        <p:nvSpPr>
          <p:cNvPr id="11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67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748218" y="604012"/>
            <a:ext cx="413909" cy="893713"/>
            <a:chOff x="748218" y="604012"/>
            <a:chExt cx="413909" cy="893713"/>
          </a:xfrm>
        </p:grpSpPr>
        <p:sp>
          <p:nvSpPr>
            <p:cNvPr id="6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p</a:t>
              </a:r>
              <a:endParaRPr lang="id-ID" sz="2400" dirty="0"/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9791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</p:grp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22799" y="604012"/>
            <a:ext cx="413909" cy="893713"/>
            <a:chOff x="748218" y="604012"/>
            <a:chExt cx="413909" cy="893713"/>
          </a:xfrm>
        </p:grpSpPr>
        <p:sp>
          <p:nvSpPr>
            <p:cNvPr id="14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p</a:t>
              </a:r>
              <a:endParaRPr lang="id-ID" sz="2400" dirty="0"/>
            </a:p>
          </p:txBody>
        </p:sp>
        <p:sp>
          <p:nvSpPr>
            <p:cNvPr id="15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6" name="4"/>
            <p:cNvSpPr txBox="1"/>
            <p:nvPr/>
          </p:nvSpPr>
          <p:spPr>
            <a:xfrm>
              <a:off x="79791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</p:grpSp>
      <p:sp>
        <p:nvSpPr>
          <p:cNvPr id="12" name="2"/>
          <p:cNvSpPr txBox="1"/>
          <p:nvPr/>
        </p:nvSpPr>
        <p:spPr>
          <a:xfrm>
            <a:off x="811086" y="234923"/>
            <a:ext cx="1798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p &gt; c</a:t>
            </a:r>
            <a:endParaRPr lang="id-ID" sz="2400" dirty="0"/>
          </a:p>
        </p:txBody>
      </p:sp>
      <p:sp>
        <p:nvSpPr>
          <p:cNvPr id="17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7438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9331E-6 1.07349E-7 L -0.42758 1.07349E-7 " pathEditMode="relative" rAng="0" ptsTypes="AA">
                                      <p:cBhvr>
                                        <p:cTn id="6" dur="2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4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748218" y="604012"/>
            <a:ext cx="413909" cy="893713"/>
            <a:chOff x="748218" y="604012"/>
            <a:chExt cx="413909" cy="893713"/>
          </a:xfrm>
        </p:grpSpPr>
        <p:sp>
          <p:nvSpPr>
            <p:cNvPr id="6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p</a:t>
              </a:r>
              <a:endParaRPr lang="id-ID" sz="2400" dirty="0"/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9791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</p:grp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6"/>
          <p:cNvSpPr txBox="1"/>
          <p:nvPr/>
        </p:nvSpPr>
        <p:spPr>
          <a:xfrm>
            <a:off x="1896236" y="604012"/>
            <a:ext cx="1069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c×a + b</a:t>
            </a:r>
            <a:endParaRPr lang="id-ID" sz="2400" dirty="0"/>
          </a:p>
        </p:txBody>
      </p:sp>
      <p:sp>
        <p:nvSpPr>
          <p:cNvPr id="11" name="7"/>
          <p:cNvSpPr/>
          <p:nvPr/>
        </p:nvSpPr>
        <p:spPr>
          <a:xfrm>
            <a:off x="1944998" y="1068296"/>
            <a:ext cx="97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2" name="8"/>
          <p:cNvSpPr txBox="1"/>
          <p:nvPr/>
        </p:nvSpPr>
        <p:spPr>
          <a:xfrm>
            <a:off x="2273743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4" name="2"/>
          <p:cNvSpPr txBox="1"/>
          <p:nvPr/>
        </p:nvSpPr>
        <p:spPr>
          <a:xfrm>
            <a:off x="2256469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p</a:t>
            </a:r>
            <a:endParaRPr lang="id-ID" sz="2400" dirty="0"/>
          </a:p>
        </p:txBody>
      </p:sp>
      <p:sp>
        <p:nvSpPr>
          <p:cNvPr id="15" name="3"/>
          <p:cNvSpPr/>
          <p:nvPr/>
        </p:nvSpPr>
        <p:spPr>
          <a:xfrm>
            <a:off x="2222799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6" name="4"/>
          <p:cNvSpPr txBox="1"/>
          <p:nvPr/>
        </p:nvSpPr>
        <p:spPr>
          <a:xfrm>
            <a:off x="2272499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7" name="2"/>
          <p:cNvSpPr txBox="1"/>
          <p:nvPr/>
        </p:nvSpPr>
        <p:spPr>
          <a:xfrm>
            <a:off x="811086" y="234923"/>
            <a:ext cx="1798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p &gt; c</a:t>
            </a:r>
            <a:endParaRPr lang="id-ID" sz="2400" dirty="0"/>
          </a:p>
        </p:txBody>
      </p:sp>
      <p:sp>
        <p:nvSpPr>
          <p:cNvPr id="18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3695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p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9791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9" name="=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cxa"/>
          <p:cNvSpPr txBox="1"/>
          <p:nvPr/>
        </p:nvSpPr>
        <p:spPr>
          <a:xfrm>
            <a:off x="1897405" y="604012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c×a</a:t>
            </a:r>
            <a:endParaRPr lang="id-ID" sz="2400" dirty="0"/>
          </a:p>
        </p:txBody>
      </p:sp>
      <p:sp>
        <p:nvSpPr>
          <p:cNvPr id="11" name="per"/>
          <p:cNvSpPr/>
          <p:nvPr/>
        </p:nvSpPr>
        <p:spPr>
          <a:xfrm>
            <a:off x="1944998" y="1068296"/>
            <a:ext cx="43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2" name="c"/>
          <p:cNvSpPr txBox="1"/>
          <p:nvPr/>
        </p:nvSpPr>
        <p:spPr>
          <a:xfrm>
            <a:off x="1998563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3" name="per"/>
          <p:cNvSpPr/>
          <p:nvPr/>
        </p:nvSpPr>
        <p:spPr>
          <a:xfrm>
            <a:off x="2718643" y="1068296"/>
            <a:ext cx="43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4" name="c"/>
          <p:cNvSpPr txBox="1"/>
          <p:nvPr/>
        </p:nvSpPr>
        <p:spPr>
          <a:xfrm>
            <a:off x="277738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5" name="b"/>
          <p:cNvSpPr txBox="1"/>
          <p:nvPr/>
        </p:nvSpPr>
        <p:spPr>
          <a:xfrm>
            <a:off x="2790651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b</a:t>
            </a:r>
            <a:endParaRPr lang="id-ID" sz="2400" dirty="0"/>
          </a:p>
        </p:txBody>
      </p:sp>
      <p:sp>
        <p:nvSpPr>
          <p:cNvPr id="16" name="+"/>
          <p:cNvSpPr txBox="1"/>
          <p:nvPr/>
        </p:nvSpPr>
        <p:spPr>
          <a:xfrm>
            <a:off x="2418311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+</a:t>
            </a:r>
            <a:endParaRPr lang="id-ID" sz="2400" dirty="0"/>
          </a:p>
        </p:txBody>
      </p:sp>
      <p:grpSp>
        <p:nvGrpSpPr>
          <p:cNvPr id="2" name="Group 1"/>
          <p:cNvGrpSpPr/>
          <p:nvPr/>
        </p:nvGrpSpPr>
        <p:grpSpPr>
          <a:xfrm>
            <a:off x="1896236" y="604012"/>
            <a:ext cx="1069525" cy="893713"/>
            <a:chOff x="1896236" y="604012"/>
            <a:chExt cx="1069525" cy="893713"/>
          </a:xfrm>
        </p:grpSpPr>
        <p:sp>
          <p:nvSpPr>
            <p:cNvPr id="17" name="6"/>
            <p:cNvSpPr txBox="1"/>
            <p:nvPr/>
          </p:nvSpPr>
          <p:spPr>
            <a:xfrm>
              <a:off x="1896236" y="604012"/>
              <a:ext cx="1069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c×a + b</a:t>
              </a:r>
              <a:endParaRPr lang="id-ID" sz="2400" dirty="0"/>
            </a:p>
          </p:txBody>
        </p:sp>
        <p:sp>
          <p:nvSpPr>
            <p:cNvPr id="18" name="7"/>
            <p:cNvSpPr/>
            <p:nvPr/>
          </p:nvSpPr>
          <p:spPr>
            <a:xfrm>
              <a:off x="1944998" y="1068296"/>
              <a:ext cx="97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9" name="4"/>
            <p:cNvSpPr txBox="1"/>
            <p:nvPr/>
          </p:nvSpPr>
          <p:spPr>
            <a:xfrm>
              <a:off x="2272499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</p:grpSp>
      <p:sp>
        <p:nvSpPr>
          <p:cNvPr id="21" name="2"/>
          <p:cNvSpPr txBox="1"/>
          <p:nvPr/>
        </p:nvSpPr>
        <p:spPr>
          <a:xfrm>
            <a:off x="811086" y="234923"/>
            <a:ext cx="1798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p &gt; c</a:t>
            </a:r>
            <a:endParaRPr lang="id-ID" sz="2400" dirty="0"/>
          </a:p>
        </p:txBody>
      </p:sp>
      <p:sp>
        <p:nvSpPr>
          <p:cNvPr id="22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8921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269E-6 3.98844E-6 L -0.05381 3.98844E-6 " pathEditMode="relative" rAng="0" ptsTypes="AA">
                                      <p:cBhvr>
                                        <p:cTn id="6" dur="200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9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5399E-7 4.5417E-7 L -0.00696 -0.11065 " pathEditMode="relative" rAng="0" ptsTypes="AA">
                                      <p:cBhvr>
                                        <p:cTn id="8" dur="200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1" y="-553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59555E-6 2.12221E-6 L 0.09045 2.12221E-6 " pathEditMode="relative" rAng="0" ptsTypes="AA">
                                      <p:cBhvr>
                                        <p:cTn id="10" dur="200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99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2096E-6 2.12221E-6 L -0.13869 2.12221E-6 " pathEditMode="relative" rAng="0" ptsTypes="AA">
                                      <p:cBhvr>
                                        <p:cTn id="12" dur="2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957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987E-7 4.62428E-7 L 0.08998 4.62428E-7 " pathEditMode="relative" rAng="0" ptsTypes="AA">
                                      <p:cBhvr>
                                        <p:cTn id="14" dur="2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99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2096E-6 4.62428E-7 L -0.13637 4.62428E-7 " pathEditMode="relative" rAng="0" ptsTypes="AA">
                                      <p:cBhvr>
                                        <p:cTn id="16" dur="20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818" y="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2" grpId="1"/>
      <p:bldP spid="13" grpId="0" animBg="1"/>
      <p:bldP spid="14" grpId="0"/>
      <p:bldP spid="14" grpId="1"/>
      <p:bldP spid="15" grpId="0"/>
      <p:bldP spid="15" grpId="1"/>
      <p:bldP spid="16" grpId="0"/>
      <p:bldP spid="16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p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9791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9" name="=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grpSp>
        <p:nvGrpSpPr>
          <p:cNvPr id="3" name="Group 2"/>
          <p:cNvGrpSpPr/>
          <p:nvPr/>
        </p:nvGrpSpPr>
        <p:grpSpPr>
          <a:xfrm>
            <a:off x="2718643" y="604012"/>
            <a:ext cx="432000" cy="893713"/>
            <a:chOff x="2718643" y="604012"/>
            <a:chExt cx="432000" cy="893713"/>
          </a:xfrm>
        </p:grpSpPr>
        <p:sp>
          <p:nvSpPr>
            <p:cNvPr id="13" name="7"/>
            <p:cNvSpPr/>
            <p:nvPr/>
          </p:nvSpPr>
          <p:spPr>
            <a:xfrm>
              <a:off x="2718643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4" name="8"/>
            <p:cNvSpPr txBox="1"/>
            <p:nvPr/>
          </p:nvSpPr>
          <p:spPr>
            <a:xfrm>
              <a:off x="277738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  <p:sp>
          <p:nvSpPr>
            <p:cNvPr id="15" name="6"/>
            <p:cNvSpPr txBox="1"/>
            <p:nvPr/>
          </p:nvSpPr>
          <p:spPr>
            <a:xfrm>
              <a:off x="2790651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b</a:t>
              </a:r>
              <a:endParaRPr lang="id-ID" sz="2400" dirty="0"/>
            </a:p>
          </p:txBody>
        </p:sp>
      </p:grpSp>
      <p:sp>
        <p:nvSpPr>
          <p:cNvPr id="16" name="+"/>
          <p:cNvSpPr txBox="1"/>
          <p:nvPr/>
        </p:nvSpPr>
        <p:spPr>
          <a:xfrm>
            <a:off x="2315800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+</a:t>
            </a:r>
            <a:endParaRPr lang="id-ID" sz="2400" dirty="0"/>
          </a:p>
        </p:txBody>
      </p:sp>
      <p:sp>
        <p:nvSpPr>
          <p:cNvPr id="17" name="a"/>
          <p:cNvSpPr txBox="1"/>
          <p:nvPr/>
        </p:nvSpPr>
        <p:spPr>
          <a:xfrm>
            <a:off x="1994927" y="821339"/>
            <a:ext cx="332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a</a:t>
            </a:r>
            <a:endParaRPr lang="id-ID" sz="2400" dirty="0"/>
          </a:p>
        </p:txBody>
      </p:sp>
      <p:grpSp>
        <p:nvGrpSpPr>
          <p:cNvPr id="18" name="Group 17"/>
          <p:cNvGrpSpPr/>
          <p:nvPr/>
        </p:nvGrpSpPr>
        <p:grpSpPr>
          <a:xfrm>
            <a:off x="1897304" y="604012"/>
            <a:ext cx="1253339" cy="893713"/>
            <a:chOff x="1897304" y="604012"/>
            <a:chExt cx="1253339" cy="893713"/>
          </a:xfrm>
        </p:grpSpPr>
        <p:sp>
          <p:nvSpPr>
            <p:cNvPr id="19" name="6"/>
            <p:cNvSpPr txBox="1"/>
            <p:nvPr/>
          </p:nvSpPr>
          <p:spPr>
            <a:xfrm>
              <a:off x="1897304" y="604012"/>
              <a:ext cx="6158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c×a</a:t>
              </a:r>
              <a:endParaRPr lang="id-ID" sz="2400" dirty="0"/>
            </a:p>
          </p:txBody>
        </p:sp>
        <p:sp>
          <p:nvSpPr>
            <p:cNvPr id="20" name="7"/>
            <p:cNvSpPr/>
            <p:nvPr/>
          </p:nvSpPr>
          <p:spPr>
            <a:xfrm>
              <a:off x="1944998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21" name="8"/>
            <p:cNvSpPr txBox="1"/>
            <p:nvPr/>
          </p:nvSpPr>
          <p:spPr>
            <a:xfrm>
              <a:off x="1998563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  <p:sp>
          <p:nvSpPr>
            <p:cNvPr id="22" name="7"/>
            <p:cNvSpPr/>
            <p:nvPr/>
          </p:nvSpPr>
          <p:spPr>
            <a:xfrm>
              <a:off x="2718643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23" name="8"/>
            <p:cNvSpPr txBox="1"/>
            <p:nvPr/>
          </p:nvSpPr>
          <p:spPr>
            <a:xfrm>
              <a:off x="277738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  <p:sp>
          <p:nvSpPr>
            <p:cNvPr id="24" name="6"/>
            <p:cNvSpPr txBox="1"/>
            <p:nvPr/>
          </p:nvSpPr>
          <p:spPr>
            <a:xfrm>
              <a:off x="2790651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b</a:t>
              </a:r>
              <a:endParaRPr lang="id-ID" sz="2400" dirty="0"/>
            </a:p>
          </p:txBody>
        </p:sp>
        <p:sp>
          <p:nvSpPr>
            <p:cNvPr id="25" name="5"/>
            <p:cNvSpPr txBox="1"/>
            <p:nvPr/>
          </p:nvSpPr>
          <p:spPr>
            <a:xfrm>
              <a:off x="2418311" y="808130"/>
              <a:ext cx="338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+</a:t>
              </a:r>
              <a:endParaRPr lang="id-ID" sz="2400" dirty="0"/>
            </a:p>
          </p:txBody>
        </p:sp>
      </p:grpSp>
      <p:sp>
        <p:nvSpPr>
          <p:cNvPr id="27" name="2"/>
          <p:cNvSpPr txBox="1"/>
          <p:nvPr/>
        </p:nvSpPr>
        <p:spPr>
          <a:xfrm>
            <a:off x="811086" y="234923"/>
            <a:ext cx="1798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p &gt; c</a:t>
            </a:r>
            <a:endParaRPr lang="id-ID" sz="2400" dirty="0"/>
          </a:p>
        </p:txBody>
      </p:sp>
      <p:sp>
        <p:nvSpPr>
          <p:cNvPr id="28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0089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616E-6 4.5417E-7 L 0.03525 4.5417E-7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63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p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9791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b"/>
          <p:cNvSpPr txBox="1"/>
          <p:nvPr/>
        </p:nvSpPr>
        <p:spPr>
          <a:xfrm>
            <a:off x="2257713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b</a:t>
            </a:r>
            <a:endParaRPr lang="id-ID" sz="2400" dirty="0"/>
          </a:p>
        </p:txBody>
      </p:sp>
      <p:sp>
        <p:nvSpPr>
          <p:cNvPr id="12" name="c"/>
          <p:cNvSpPr txBox="1"/>
          <p:nvPr/>
        </p:nvSpPr>
        <p:spPr>
          <a:xfrm>
            <a:off x="2273743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3" name="a"/>
          <p:cNvSpPr txBox="1"/>
          <p:nvPr/>
        </p:nvSpPr>
        <p:spPr>
          <a:xfrm>
            <a:off x="1908523" y="821339"/>
            <a:ext cx="332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a</a:t>
            </a:r>
            <a:endParaRPr lang="id-ID" sz="2400" dirty="0"/>
          </a:p>
        </p:txBody>
      </p:sp>
      <p:sp>
        <p:nvSpPr>
          <p:cNvPr id="14" name="----"/>
          <p:cNvSpPr/>
          <p:nvPr/>
        </p:nvSpPr>
        <p:spPr>
          <a:xfrm>
            <a:off x="2222799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grpSp>
        <p:nvGrpSpPr>
          <p:cNvPr id="15" name="Group 14"/>
          <p:cNvGrpSpPr/>
          <p:nvPr/>
        </p:nvGrpSpPr>
        <p:grpSpPr>
          <a:xfrm>
            <a:off x="1994927" y="604012"/>
            <a:ext cx="1155716" cy="893713"/>
            <a:chOff x="1994927" y="604012"/>
            <a:chExt cx="1155716" cy="893713"/>
          </a:xfrm>
        </p:grpSpPr>
        <p:sp>
          <p:nvSpPr>
            <p:cNvPr id="16" name="7"/>
            <p:cNvSpPr/>
            <p:nvPr/>
          </p:nvSpPr>
          <p:spPr>
            <a:xfrm>
              <a:off x="2718643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7" name="8"/>
            <p:cNvSpPr txBox="1"/>
            <p:nvPr/>
          </p:nvSpPr>
          <p:spPr>
            <a:xfrm>
              <a:off x="277738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  <p:sp>
          <p:nvSpPr>
            <p:cNvPr id="18" name="6"/>
            <p:cNvSpPr txBox="1"/>
            <p:nvPr/>
          </p:nvSpPr>
          <p:spPr>
            <a:xfrm>
              <a:off x="2790651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b</a:t>
              </a:r>
              <a:endParaRPr lang="id-ID" sz="2400" dirty="0"/>
            </a:p>
          </p:txBody>
        </p:sp>
        <p:sp>
          <p:nvSpPr>
            <p:cNvPr id="19" name="5"/>
            <p:cNvSpPr txBox="1"/>
            <p:nvPr/>
          </p:nvSpPr>
          <p:spPr>
            <a:xfrm>
              <a:off x="2315800" y="808130"/>
              <a:ext cx="338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+</a:t>
              </a:r>
              <a:endParaRPr lang="id-ID" sz="2400" dirty="0"/>
            </a:p>
          </p:txBody>
        </p:sp>
        <p:sp>
          <p:nvSpPr>
            <p:cNvPr id="20" name="2"/>
            <p:cNvSpPr txBox="1"/>
            <p:nvPr/>
          </p:nvSpPr>
          <p:spPr>
            <a:xfrm>
              <a:off x="1994927" y="821339"/>
              <a:ext cx="3321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a</a:t>
              </a:r>
              <a:endParaRPr lang="id-ID" sz="2400" dirty="0"/>
            </a:p>
          </p:txBody>
        </p:sp>
      </p:grpSp>
      <p:sp>
        <p:nvSpPr>
          <p:cNvPr id="22" name="2"/>
          <p:cNvSpPr txBox="1"/>
          <p:nvPr/>
        </p:nvSpPr>
        <p:spPr>
          <a:xfrm>
            <a:off x="811086" y="234923"/>
            <a:ext cx="1798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p &gt; c</a:t>
            </a:r>
            <a:endParaRPr lang="id-ID" sz="2400" dirty="0"/>
          </a:p>
        </p:txBody>
      </p:sp>
      <p:sp>
        <p:nvSpPr>
          <p:cNvPr id="23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663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1725E-6 1.68317E-6 L 0.15909 1.68317E-6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3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1725E-6 1.68317E-6 L 0.15909 1.68317E-6 " pathEditMode="relative" rAng="0" ptsTypes="AA">
                                      <p:cBhvr>
                                        <p:cTn id="11" dur="10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31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1725E-6 1.68317E-6 L 0.15909 1.68317E-6 " pathEditMode="relative" rAng="0" ptsTypes="AA">
                                      <p:cBhvr>
                                        <p:cTn id="13" dur="1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31" y="0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9147E-6 4.34352E-6 L 0.02458 4.34352E-6 " pathEditMode="relative" rAng="0" ptsTypes="AA">
                                      <p:cBhvr>
                                        <p:cTn id="15" dur="1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6" y="0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2" grpId="0"/>
      <p:bldP spid="12" grpId="1"/>
      <p:bldP spid="13" grpId="0"/>
      <p:bldP spid="13" grpId="1"/>
      <p:bldP spid="14" grpId="0" animBg="1"/>
      <p:bldP spid="14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p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9791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b"/>
          <p:cNvSpPr txBox="1"/>
          <p:nvPr/>
        </p:nvSpPr>
        <p:spPr>
          <a:xfrm>
            <a:off x="2257713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b</a:t>
            </a:r>
            <a:endParaRPr lang="id-ID" sz="2400" dirty="0"/>
          </a:p>
        </p:txBody>
      </p:sp>
      <p:sp>
        <p:nvSpPr>
          <p:cNvPr id="12" name="c"/>
          <p:cNvSpPr txBox="1"/>
          <p:nvPr/>
        </p:nvSpPr>
        <p:spPr>
          <a:xfrm>
            <a:off x="2273743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3" name="a"/>
          <p:cNvSpPr txBox="1"/>
          <p:nvPr/>
        </p:nvSpPr>
        <p:spPr>
          <a:xfrm>
            <a:off x="1908523" y="821339"/>
            <a:ext cx="332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a</a:t>
            </a:r>
            <a:endParaRPr lang="id-ID" sz="2400" dirty="0"/>
          </a:p>
        </p:txBody>
      </p:sp>
      <p:sp>
        <p:nvSpPr>
          <p:cNvPr id="14" name="----"/>
          <p:cNvSpPr/>
          <p:nvPr/>
        </p:nvSpPr>
        <p:spPr>
          <a:xfrm>
            <a:off x="2222799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22" name="2"/>
          <p:cNvSpPr txBox="1"/>
          <p:nvPr/>
        </p:nvSpPr>
        <p:spPr>
          <a:xfrm>
            <a:off x="811086" y="234923"/>
            <a:ext cx="1798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p &gt; c</a:t>
            </a:r>
            <a:endParaRPr lang="id-ID" sz="2400" dirty="0"/>
          </a:p>
        </p:txBody>
      </p:sp>
      <p:sp>
        <p:nvSpPr>
          <p:cNvPr id="23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877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/>
      <p:bldP spid="10" grpId="0"/>
      <p:bldP spid="12" grpId="0"/>
      <p:bldP spid="13" grpId="0"/>
      <p:bldP spid="14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07348" y="604012"/>
            <a:ext cx="495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13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8509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2" name="8"/>
          <p:cNvSpPr txBox="1"/>
          <p:nvPr/>
        </p:nvSpPr>
        <p:spPr>
          <a:xfrm>
            <a:off x="2267331" y="805227"/>
            <a:ext cx="327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?</a:t>
            </a:r>
            <a:endParaRPr lang="id-ID" sz="2400" dirty="0"/>
          </a:p>
        </p:txBody>
      </p:sp>
      <p:sp>
        <p:nvSpPr>
          <p:cNvPr id="10" name="2"/>
          <p:cNvSpPr txBox="1"/>
          <p:nvPr/>
        </p:nvSpPr>
        <p:spPr>
          <a:xfrm>
            <a:off x="723723" y="234923"/>
            <a:ext cx="1973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</a:t>
            </a:r>
            <a:r>
              <a:rPr lang="id-ID" sz="2400" dirty="0" smtClean="0"/>
              <a:t>13 </a:t>
            </a:r>
            <a:r>
              <a:rPr lang="id-ID" sz="2400" dirty="0" smtClean="0"/>
              <a:t>&gt; </a:t>
            </a:r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1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305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707348" y="604012"/>
            <a:ext cx="495650" cy="893713"/>
            <a:chOff x="707348" y="604012"/>
            <a:chExt cx="495650" cy="893713"/>
          </a:xfrm>
        </p:grpSpPr>
        <p:sp>
          <p:nvSpPr>
            <p:cNvPr id="6" name="2"/>
            <p:cNvSpPr txBox="1"/>
            <p:nvPr/>
          </p:nvSpPr>
          <p:spPr>
            <a:xfrm>
              <a:off x="707348" y="604012"/>
              <a:ext cx="4956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13</a:t>
              </a:r>
              <a:endParaRPr lang="id-ID" sz="2400" dirty="0"/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8509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</p:grp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grpSp>
        <p:nvGrpSpPr>
          <p:cNvPr id="13" name="Group 12"/>
          <p:cNvGrpSpPr/>
          <p:nvPr/>
        </p:nvGrpSpPr>
        <p:grpSpPr>
          <a:xfrm>
            <a:off x="2181929" y="604012"/>
            <a:ext cx="495650" cy="893713"/>
            <a:chOff x="707348" y="604012"/>
            <a:chExt cx="495650" cy="893713"/>
          </a:xfrm>
        </p:grpSpPr>
        <p:sp>
          <p:nvSpPr>
            <p:cNvPr id="14" name="2"/>
            <p:cNvSpPr txBox="1"/>
            <p:nvPr/>
          </p:nvSpPr>
          <p:spPr>
            <a:xfrm>
              <a:off x="707348" y="604012"/>
              <a:ext cx="4956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13</a:t>
              </a:r>
              <a:endParaRPr lang="id-ID" sz="2400" dirty="0"/>
            </a:p>
          </p:txBody>
        </p:sp>
        <p:sp>
          <p:nvSpPr>
            <p:cNvPr id="15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6" name="4"/>
            <p:cNvSpPr txBox="1"/>
            <p:nvPr/>
          </p:nvSpPr>
          <p:spPr>
            <a:xfrm>
              <a:off x="78509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</p:grpSp>
      <p:sp>
        <p:nvSpPr>
          <p:cNvPr id="12" name="2"/>
          <p:cNvSpPr txBox="1"/>
          <p:nvPr/>
        </p:nvSpPr>
        <p:spPr>
          <a:xfrm>
            <a:off x="723723" y="234923"/>
            <a:ext cx="1973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</a:t>
            </a:r>
            <a:r>
              <a:rPr lang="id-ID" sz="2400" dirty="0" smtClean="0"/>
              <a:t>13 </a:t>
            </a:r>
            <a:r>
              <a:rPr lang="id-ID" sz="2400" dirty="0" smtClean="0"/>
              <a:t>&gt; </a:t>
            </a:r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7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5703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9331E-6 1.07349E-7 L -0.42758 1.07349E-7 " pathEditMode="relative" rAng="0" ptsTypes="AA">
                                      <p:cBhvr>
                                        <p:cTn id="6" dur="2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4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707348" y="604012"/>
            <a:ext cx="495650" cy="893713"/>
            <a:chOff x="707348" y="604012"/>
            <a:chExt cx="495650" cy="893713"/>
          </a:xfrm>
        </p:grpSpPr>
        <p:sp>
          <p:nvSpPr>
            <p:cNvPr id="6" name="2"/>
            <p:cNvSpPr txBox="1"/>
            <p:nvPr/>
          </p:nvSpPr>
          <p:spPr>
            <a:xfrm>
              <a:off x="707348" y="604012"/>
              <a:ext cx="4956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13</a:t>
              </a:r>
              <a:endParaRPr lang="id-ID" sz="2400" dirty="0"/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8509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</p:grp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6"/>
          <p:cNvSpPr txBox="1"/>
          <p:nvPr/>
        </p:nvSpPr>
        <p:spPr>
          <a:xfrm>
            <a:off x="1883412" y="604012"/>
            <a:ext cx="1095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5×2 </a:t>
            </a:r>
            <a:r>
              <a:rPr lang="id-ID" sz="2400" dirty="0" smtClean="0"/>
              <a:t>+ </a:t>
            </a:r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11" name="7"/>
          <p:cNvSpPr/>
          <p:nvPr/>
        </p:nvSpPr>
        <p:spPr>
          <a:xfrm>
            <a:off x="1944998" y="1068296"/>
            <a:ext cx="97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2" name="8"/>
          <p:cNvSpPr txBox="1"/>
          <p:nvPr/>
        </p:nvSpPr>
        <p:spPr>
          <a:xfrm>
            <a:off x="2260919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4" name="2"/>
          <p:cNvSpPr txBox="1"/>
          <p:nvPr/>
        </p:nvSpPr>
        <p:spPr>
          <a:xfrm>
            <a:off x="2181929" y="604012"/>
            <a:ext cx="495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13</a:t>
            </a:r>
            <a:endParaRPr lang="id-ID" sz="2400" dirty="0"/>
          </a:p>
        </p:txBody>
      </p:sp>
      <p:sp>
        <p:nvSpPr>
          <p:cNvPr id="15" name="3"/>
          <p:cNvSpPr/>
          <p:nvPr/>
        </p:nvSpPr>
        <p:spPr>
          <a:xfrm>
            <a:off x="2222799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6" name="4"/>
          <p:cNvSpPr txBox="1"/>
          <p:nvPr/>
        </p:nvSpPr>
        <p:spPr>
          <a:xfrm>
            <a:off x="2259675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7" name="2"/>
          <p:cNvSpPr txBox="1"/>
          <p:nvPr/>
        </p:nvSpPr>
        <p:spPr>
          <a:xfrm>
            <a:off x="723723" y="234923"/>
            <a:ext cx="1973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</a:t>
            </a:r>
            <a:r>
              <a:rPr lang="id-ID" sz="2400" dirty="0" smtClean="0"/>
              <a:t>13 </a:t>
            </a:r>
            <a:r>
              <a:rPr lang="id-ID" sz="2400" dirty="0" smtClean="0"/>
              <a:t>&gt; </a:t>
            </a:r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8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305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07348" y="604012"/>
            <a:ext cx="495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13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8509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9" name="=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cxa"/>
          <p:cNvSpPr txBox="1"/>
          <p:nvPr/>
        </p:nvSpPr>
        <p:spPr>
          <a:xfrm>
            <a:off x="1880573" y="604012"/>
            <a:ext cx="649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5×2</a:t>
            </a:r>
            <a:endParaRPr lang="id-ID" sz="2400" dirty="0"/>
          </a:p>
        </p:txBody>
      </p:sp>
      <p:sp>
        <p:nvSpPr>
          <p:cNvPr id="11" name="per"/>
          <p:cNvSpPr/>
          <p:nvPr/>
        </p:nvSpPr>
        <p:spPr>
          <a:xfrm>
            <a:off x="1944998" y="1068296"/>
            <a:ext cx="43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2" name="c"/>
          <p:cNvSpPr txBox="1"/>
          <p:nvPr/>
        </p:nvSpPr>
        <p:spPr>
          <a:xfrm>
            <a:off x="1985739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3" name="per"/>
          <p:cNvSpPr/>
          <p:nvPr/>
        </p:nvSpPr>
        <p:spPr>
          <a:xfrm>
            <a:off x="2718643" y="1068296"/>
            <a:ext cx="43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4" name="c"/>
          <p:cNvSpPr txBox="1"/>
          <p:nvPr/>
        </p:nvSpPr>
        <p:spPr>
          <a:xfrm>
            <a:off x="276456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5" name="b"/>
          <p:cNvSpPr txBox="1"/>
          <p:nvPr/>
        </p:nvSpPr>
        <p:spPr>
          <a:xfrm>
            <a:off x="2790651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16" name="+"/>
          <p:cNvSpPr txBox="1"/>
          <p:nvPr/>
        </p:nvSpPr>
        <p:spPr>
          <a:xfrm>
            <a:off x="2418311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+</a:t>
            </a:r>
            <a:endParaRPr lang="id-ID" sz="2400" dirty="0"/>
          </a:p>
        </p:txBody>
      </p:sp>
      <p:grpSp>
        <p:nvGrpSpPr>
          <p:cNvPr id="2" name="Group 1"/>
          <p:cNvGrpSpPr/>
          <p:nvPr/>
        </p:nvGrpSpPr>
        <p:grpSpPr>
          <a:xfrm>
            <a:off x="1883412" y="604012"/>
            <a:ext cx="1095173" cy="893713"/>
            <a:chOff x="1883412" y="604012"/>
            <a:chExt cx="1095173" cy="893713"/>
          </a:xfrm>
        </p:grpSpPr>
        <p:sp>
          <p:nvSpPr>
            <p:cNvPr id="17" name="6"/>
            <p:cNvSpPr txBox="1"/>
            <p:nvPr/>
          </p:nvSpPr>
          <p:spPr>
            <a:xfrm>
              <a:off x="1883412" y="604012"/>
              <a:ext cx="10951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5×2 </a:t>
              </a:r>
              <a:r>
                <a:rPr lang="id-ID" sz="2400" dirty="0" smtClean="0"/>
                <a:t>+ </a:t>
              </a:r>
              <a:r>
                <a:rPr lang="id-ID" sz="2400" dirty="0" smtClean="0"/>
                <a:t>3</a:t>
              </a:r>
              <a:endParaRPr lang="id-ID" sz="2400" dirty="0"/>
            </a:p>
          </p:txBody>
        </p:sp>
        <p:sp>
          <p:nvSpPr>
            <p:cNvPr id="18" name="7"/>
            <p:cNvSpPr/>
            <p:nvPr/>
          </p:nvSpPr>
          <p:spPr>
            <a:xfrm>
              <a:off x="1944998" y="1068296"/>
              <a:ext cx="97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9" name="4"/>
            <p:cNvSpPr txBox="1"/>
            <p:nvPr/>
          </p:nvSpPr>
          <p:spPr>
            <a:xfrm>
              <a:off x="2259675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</p:grpSp>
      <p:sp>
        <p:nvSpPr>
          <p:cNvPr id="21" name="2"/>
          <p:cNvSpPr txBox="1"/>
          <p:nvPr/>
        </p:nvSpPr>
        <p:spPr>
          <a:xfrm>
            <a:off x="723722" y="234923"/>
            <a:ext cx="1973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/>
              <a:t>Dimana 13 &gt; 5</a:t>
            </a:r>
            <a:endParaRPr lang="id-ID" sz="2400" dirty="0"/>
          </a:p>
        </p:txBody>
      </p:sp>
      <p:sp>
        <p:nvSpPr>
          <p:cNvPr id="22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7020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269E-6 3.98844E-6 L -0.05381 3.98844E-6 " pathEditMode="relative" rAng="0" ptsTypes="AA">
                                      <p:cBhvr>
                                        <p:cTn id="6" dur="200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9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5399E-7 4.5417E-7 L -0.00696 -0.11065 " pathEditMode="relative" rAng="0" ptsTypes="AA">
                                      <p:cBhvr>
                                        <p:cTn id="8" dur="200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1" y="-553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59555E-6 2.12221E-6 L 0.09045 2.12221E-6 " pathEditMode="relative" rAng="0" ptsTypes="AA">
                                      <p:cBhvr>
                                        <p:cTn id="10" dur="200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99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2096E-6 2.12221E-6 L -0.13869 2.12221E-6 " pathEditMode="relative" rAng="0" ptsTypes="AA">
                                      <p:cBhvr>
                                        <p:cTn id="12" dur="2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957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987E-7 4.62428E-7 L 0.08998 4.62428E-7 " pathEditMode="relative" rAng="0" ptsTypes="AA">
                                      <p:cBhvr>
                                        <p:cTn id="14" dur="2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99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2096E-6 4.62428E-7 L -0.13637 4.62428E-7 " pathEditMode="relative" rAng="0" ptsTypes="AA">
                                      <p:cBhvr>
                                        <p:cTn id="16" dur="20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818" y="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2" grpId="1"/>
      <p:bldP spid="13" grpId="0" animBg="1"/>
      <p:bldP spid="14" grpId="0"/>
      <p:bldP spid="14" grpId="1"/>
      <p:bldP spid="15" grpId="0"/>
      <p:bldP spid="15" grpId="1"/>
      <p:bldP spid="16" grpId="0"/>
      <p:bldP spid="16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07348" y="604012"/>
            <a:ext cx="495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13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8509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9" name="=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grpSp>
        <p:nvGrpSpPr>
          <p:cNvPr id="3" name="Group 2"/>
          <p:cNvGrpSpPr/>
          <p:nvPr/>
        </p:nvGrpSpPr>
        <p:grpSpPr>
          <a:xfrm>
            <a:off x="2718643" y="604012"/>
            <a:ext cx="432000" cy="893713"/>
            <a:chOff x="2718643" y="604012"/>
            <a:chExt cx="432000" cy="893713"/>
          </a:xfrm>
        </p:grpSpPr>
        <p:sp>
          <p:nvSpPr>
            <p:cNvPr id="13" name="7"/>
            <p:cNvSpPr/>
            <p:nvPr/>
          </p:nvSpPr>
          <p:spPr>
            <a:xfrm>
              <a:off x="2718643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4" name="8"/>
            <p:cNvSpPr txBox="1"/>
            <p:nvPr/>
          </p:nvSpPr>
          <p:spPr>
            <a:xfrm>
              <a:off x="276456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  <p:sp>
          <p:nvSpPr>
            <p:cNvPr id="15" name="6"/>
            <p:cNvSpPr txBox="1"/>
            <p:nvPr/>
          </p:nvSpPr>
          <p:spPr>
            <a:xfrm>
              <a:off x="2790651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3</a:t>
              </a:r>
              <a:endParaRPr lang="id-ID" sz="2400" dirty="0"/>
            </a:p>
          </p:txBody>
        </p:sp>
      </p:grpSp>
      <p:sp>
        <p:nvSpPr>
          <p:cNvPr id="16" name="+"/>
          <p:cNvSpPr txBox="1"/>
          <p:nvPr/>
        </p:nvSpPr>
        <p:spPr>
          <a:xfrm>
            <a:off x="2315800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+</a:t>
            </a:r>
            <a:endParaRPr lang="id-ID" sz="2400" dirty="0"/>
          </a:p>
        </p:txBody>
      </p:sp>
      <p:sp>
        <p:nvSpPr>
          <p:cNvPr id="17" name="a"/>
          <p:cNvSpPr txBox="1"/>
          <p:nvPr/>
        </p:nvSpPr>
        <p:spPr>
          <a:xfrm>
            <a:off x="1990920" y="82133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2</a:t>
            </a:r>
            <a:endParaRPr lang="id-ID" sz="2400" dirty="0"/>
          </a:p>
        </p:txBody>
      </p:sp>
      <p:grpSp>
        <p:nvGrpSpPr>
          <p:cNvPr id="18" name="Group 17"/>
          <p:cNvGrpSpPr/>
          <p:nvPr/>
        </p:nvGrpSpPr>
        <p:grpSpPr>
          <a:xfrm>
            <a:off x="1880472" y="604012"/>
            <a:ext cx="1270171" cy="893713"/>
            <a:chOff x="1880472" y="604012"/>
            <a:chExt cx="1270171" cy="893713"/>
          </a:xfrm>
        </p:grpSpPr>
        <p:sp>
          <p:nvSpPr>
            <p:cNvPr id="19" name="6"/>
            <p:cNvSpPr txBox="1"/>
            <p:nvPr/>
          </p:nvSpPr>
          <p:spPr>
            <a:xfrm>
              <a:off x="1880472" y="604012"/>
              <a:ext cx="6495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5×2</a:t>
              </a:r>
              <a:endParaRPr lang="id-ID" sz="2400" dirty="0"/>
            </a:p>
          </p:txBody>
        </p:sp>
        <p:sp>
          <p:nvSpPr>
            <p:cNvPr id="20" name="7"/>
            <p:cNvSpPr/>
            <p:nvPr/>
          </p:nvSpPr>
          <p:spPr>
            <a:xfrm>
              <a:off x="1944998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21" name="8"/>
            <p:cNvSpPr txBox="1"/>
            <p:nvPr/>
          </p:nvSpPr>
          <p:spPr>
            <a:xfrm>
              <a:off x="1985739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  <p:sp>
          <p:nvSpPr>
            <p:cNvPr id="22" name="7"/>
            <p:cNvSpPr/>
            <p:nvPr/>
          </p:nvSpPr>
          <p:spPr>
            <a:xfrm>
              <a:off x="2718643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23" name="8"/>
            <p:cNvSpPr txBox="1"/>
            <p:nvPr/>
          </p:nvSpPr>
          <p:spPr>
            <a:xfrm>
              <a:off x="276456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  <p:sp>
          <p:nvSpPr>
            <p:cNvPr id="24" name="6"/>
            <p:cNvSpPr txBox="1"/>
            <p:nvPr/>
          </p:nvSpPr>
          <p:spPr>
            <a:xfrm>
              <a:off x="2790651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3</a:t>
              </a:r>
              <a:endParaRPr lang="id-ID" sz="2400" dirty="0"/>
            </a:p>
          </p:txBody>
        </p:sp>
        <p:sp>
          <p:nvSpPr>
            <p:cNvPr id="25" name="5"/>
            <p:cNvSpPr txBox="1"/>
            <p:nvPr/>
          </p:nvSpPr>
          <p:spPr>
            <a:xfrm>
              <a:off x="2418311" y="808130"/>
              <a:ext cx="338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+</a:t>
              </a:r>
              <a:endParaRPr lang="id-ID" sz="2400" dirty="0"/>
            </a:p>
          </p:txBody>
        </p:sp>
      </p:grpSp>
      <p:sp>
        <p:nvSpPr>
          <p:cNvPr id="27" name="2"/>
          <p:cNvSpPr txBox="1"/>
          <p:nvPr/>
        </p:nvSpPr>
        <p:spPr>
          <a:xfrm>
            <a:off x="723723" y="234923"/>
            <a:ext cx="1973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</a:t>
            </a:r>
            <a:r>
              <a:rPr lang="id-ID" sz="2400" dirty="0" smtClean="0"/>
              <a:t>13 </a:t>
            </a:r>
            <a:r>
              <a:rPr lang="id-ID" sz="2400" dirty="0" smtClean="0"/>
              <a:t>&gt; </a:t>
            </a:r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28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878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616E-6 4.5417E-7 L 0.03525 4.5417E-7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63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2"/>
          <p:cNvSpPr txBox="1"/>
          <p:nvPr/>
        </p:nvSpPr>
        <p:spPr>
          <a:xfrm>
            <a:off x="707348" y="604012"/>
            <a:ext cx="495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13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8509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b"/>
          <p:cNvSpPr txBox="1"/>
          <p:nvPr/>
        </p:nvSpPr>
        <p:spPr>
          <a:xfrm>
            <a:off x="2257713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12" name="c"/>
          <p:cNvSpPr txBox="1"/>
          <p:nvPr/>
        </p:nvSpPr>
        <p:spPr>
          <a:xfrm>
            <a:off x="2260919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3" name="a"/>
          <p:cNvSpPr txBox="1"/>
          <p:nvPr/>
        </p:nvSpPr>
        <p:spPr>
          <a:xfrm>
            <a:off x="1904516" y="82133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2</a:t>
            </a:r>
            <a:endParaRPr lang="id-ID" sz="2400" dirty="0"/>
          </a:p>
        </p:txBody>
      </p:sp>
      <p:sp>
        <p:nvSpPr>
          <p:cNvPr id="14" name="----"/>
          <p:cNvSpPr/>
          <p:nvPr/>
        </p:nvSpPr>
        <p:spPr>
          <a:xfrm>
            <a:off x="2222799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grpSp>
        <p:nvGrpSpPr>
          <p:cNvPr id="15" name="Group 14"/>
          <p:cNvGrpSpPr/>
          <p:nvPr/>
        </p:nvGrpSpPr>
        <p:grpSpPr>
          <a:xfrm>
            <a:off x="1990920" y="604012"/>
            <a:ext cx="1159723" cy="893713"/>
            <a:chOff x="1990920" y="604012"/>
            <a:chExt cx="1159723" cy="893713"/>
          </a:xfrm>
        </p:grpSpPr>
        <p:sp>
          <p:nvSpPr>
            <p:cNvPr id="16" name="7"/>
            <p:cNvSpPr/>
            <p:nvPr/>
          </p:nvSpPr>
          <p:spPr>
            <a:xfrm>
              <a:off x="2718643" y="1068296"/>
              <a:ext cx="432000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7" name="8"/>
            <p:cNvSpPr txBox="1"/>
            <p:nvPr/>
          </p:nvSpPr>
          <p:spPr>
            <a:xfrm>
              <a:off x="276456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  <p:sp>
          <p:nvSpPr>
            <p:cNvPr id="18" name="6"/>
            <p:cNvSpPr txBox="1"/>
            <p:nvPr/>
          </p:nvSpPr>
          <p:spPr>
            <a:xfrm>
              <a:off x="2790651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3</a:t>
              </a:r>
              <a:endParaRPr lang="id-ID" sz="2400" dirty="0"/>
            </a:p>
          </p:txBody>
        </p:sp>
        <p:sp>
          <p:nvSpPr>
            <p:cNvPr id="19" name="5"/>
            <p:cNvSpPr txBox="1"/>
            <p:nvPr/>
          </p:nvSpPr>
          <p:spPr>
            <a:xfrm>
              <a:off x="2315800" y="808130"/>
              <a:ext cx="338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+</a:t>
              </a:r>
              <a:endParaRPr lang="id-ID" sz="2400" dirty="0"/>
            </a:p>
          </p:txBody>
        </p:sp>
        <p:sp>
          <p:nvSpPr>
            <p:cNvPr id="20" name="2"/>
            <p:cNvSpPr txBox="1"/>
            <p:nvPr/>
          </p:nvSpPr>
          <p:spPr>
            <a:xfrm>
              <a:off x="1990920" y="821339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2</a:t>
              </a:r>
              <a:endParaRPr lang="id-ID" sz="2400" dirty="0"/>
            </a:p>
          </p:txBody>
        </p:sp>
      </p:grpSp>
      <p:sp>
        <p:nvSpPr>
          <p:cNvPr id="22" name="2"/>
          <p:cNvSpPr txBox="1"/>
          <p:nvPr/>
        </p:nvSpPr>
        <p:spPr>
          <a:xfrm>
            <a:off x="723723" y="234923"/>
            <a:ext cx="1973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Dimana </a:t>
            </a:r>
            <a:r>
              <a:rPr lang="id-ID" sz="2400" dirty="0" smtClean="0"/>
              <a:t>13 </a:t>
            </a:r>
            <a:r>
              <a:rPr lang="id-ID" sz="2400" dirty="0" smtClean="0"/>
              <a:t>&gt; </a:t>
            </a:r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23" name="2"/>
          <p:cNvSpPr txBox="1"/>
          <p:nvPr/>
        </p:nvSpPr>
        <p:spPr>
          <a:xfrm>
            <a:off x="0" y="0"/>
            <a:ext cx="1367617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Biasa ke Campuran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75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"/>
    </mc:Choice>
    <mc:Fallback xmlns="">
      <p:transition spd="slow" advClick="0" advTm="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1725E-6 1.68317E-6 L 0.15909 1.68317E-6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3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1725E-6 1.68317E-6 L 0.15909 1.68317E-6 " pathEditMode="relative" rAng="0" ptsTypes="AA">
                                      <p:cBhvr>
                                        <p:cTn id="11" dur="10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31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1725E-6 1.68317E-6 L 0.15909 1.68317E-6 " pathEditMode="relative" rAng="0" ptsTypes="AA">
                                      <p:cBhvr>
                                        <p:cTn id="13" dur="1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31" y="0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9147E-6 4.34352E-6 L 0.02458 4.34352E-6 " pathEditMode="relative" rAng="0" ptsTypes="AA">
                                      <p:cBhvr>
                                        <p:cTn id="15" dur="1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6" y="0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2" grpId="0"/>
      <p:bldP spid="12" grpId="1"/>
      <p:bldP spid="13" grpId="0"/>
      <p:bldP spid="13" grpId="1"/>
      <p:bldP spid="14" grpId="0" animBg="1"/>
      <p:bldP spid="14" grpId="1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201</Words>
  <Application>Microsoft Office PowerPoint</Application>
  <PresentationFormat>Custom</PresentationFormat>
  <Paragraphs>128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OurFutureWay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FutureWay</dc:creator>
  <cp:lastModifiedBy>FutureWay</cp:lastModifiedBy>
  <cp:revision>13</cp:revision>
  <dcterms:created xsi:type="dcterms:W3CDTF">2026-07-29T02:44:48Z</dcterms:created>
  <dcterms:modified xsi:type="dcterms:W3CDTF">2026-07-31T09:49:26Z</dcterms:modified>
</cp:coreProperties>
</file>