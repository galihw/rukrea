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3421063" cy="1922463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30" d="100"/>
          <a:sy n="130" d="100"/>
        </p:scale>
        <p:origin x="-2160" y="-732"/>
      </p:cViewPr>
      <p:guideLst>
        <p:guide orient="horz" pos="606"/>
        <p:guide pos="10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6580" y="597209"/>
            <a:ext cx="2907904" cy="4120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3160" y="1089396"/>
            <a:ext cx="2394744" cy="49129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44E58-8384-447B-9288-B3BFE7327055}" type="datetimeFigureOut">
              <a:rPr lang="id-ID" smtClean="0"/>
              <a:t>29/07/2026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0F6EA-D8CE-4D0D-BD09-1F0D426C66D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50375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44E58-8384-447B-9288-B3BFE7327055}" type="datetimeFigureOut">
              <a:rPr lang="id-ID" smtClean="0"/>
              <a:t>29/07/2026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0F6EA-D8CE-4D0D-BD09-1F0D426C66D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26412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240" y="1235361"/>
            <a:ext cx="2907904" cy="38182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0240" y="814823"/>
            <a:ext cx="2907904" cy="42053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44E58-8384-447B-9288-B3BFE7327055}" type="datetimeFigureOut">
              <a:rPr lang="id-ID" smtClean="0"/>
              <a:t>29/07/2026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0F6EA-D8CE-4D0D-BD09-1F0D426C66D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26893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1053" y="125940"/>
            <a:ext cx="1510969" cy="35556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9041" y="125940"/>
            <a:ext cx="1510969" cy="35556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44E58-8384-447B-9288-B3BFE7327055}" type="datetimeFigureOut">
              <a:rPr lang="id-ID" smtClean="0"/>
              <a:t>29/07/2026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0F6EA-D8CE-4D0D-BD09-1F0D426C66D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57832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053" y="76988"/>
            <a:ext cx="3078957" cy="320411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053" y="430330"/>
            <a:ext cx="1511564" cy="17934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1053" y="609671"/>
            <a:ext cx="1511564" cy="110764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737853" y="430330"/>
            <a:ext cx="1512157" cy="17934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737853" y="609671"/>
            <a:ext cx="1512157" cy="110764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44E58-8384-447B-9288-B3BFE7327055}" type="datetimeFigureOut">
              <a:rPr lang="id-ID" smtClean="0"/>
              <a:t>29/07/2026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0F6EA-D8CE-4D0D-BD09-1F0D426C66D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0498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44E58-8384-447B-9288-B3BFE7327055}" type="datetimeFigureOut">
              <a:rPr lang="id-ID" smtClean="0"/>
              <a:t>29/07/2026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0F6EA-D8CE-4D0D-BD09-1F0D426C66D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05476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44E58-8384-447B-9288-B3BFE7327055}" type="datetimeFigureOut">
              <a:rPr lang="id-ID" smtClean="0"/>
              <a:t>29/07/2026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0F6EA-D8CE-4D0D-BD09-1F0D426C66D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54646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054" y="76543"/>
            <a:ext cx="1125506" cy="3257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7541" y="76544"/>
            <a:ext cx="1912469" cy="164076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1054" y="402293"/>
            <a:ext cx="1125506" cy="13150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44E58-8384-447B-9288-B3BFE7327055}" type="datetimeFigureOut">
              <a:rPr lang="id-ID" smtClean="0"/>
              <a:t>29/07/2026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0F6EA-D8CE-4D0D-BD09-1F0D426C66D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69050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552" y="1345724"/>
            <a:ext cx="2052638" cy="15887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70552" y="171776"/>
            <a:ext cx="2052638" cy="115347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552" y="1504595"/>
            <a:ext cx="2052638" cy="22562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44E58-8384-447B-9288-B3BFE7327055}" type="datetimeFigureOut">
              <a:rPr lang="id-ID" smtClean="0"/>
              <a:t>29/07/2026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0F6EA-D8CE-4D0D-BD09-1F0D426C66D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9926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44E58-8384-447B-9288-B3BFE7327055}" type="datetimeFigureOut">
              <a:rPr lang="id-ID" smtClean="0"/>
              <a:t>29/07/2026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0F6EA-D8CE-4D0D-BD09-1F0D426C66D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81046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480271" y="21362"/>
            <a:ext cx="769739" cy="46014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1053" y="21362"/>
            <a:ext cx="2252200" cy="46014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44E58-8384-447B-9288-B3BFE7327055}" type="datetimeFigureOut">
              <a:rPr lang="id-ID" smtClean="0"/>
              <a:t>29/07/2026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0F6EA-D8CE-4D0D-BD09-1F0D426C66D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44882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1053" y="76988"/>
            <a:ext cx="3078957" cy="3204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053" y="448576"/>
            <a:ext cx="3078957" cy="12687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1053" y="1781840"/>
            <a:ext cx="798248" cy="1023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C44E58-8384-447B-9288-B3BFE7327055}" type="datetimeFigureOut">
              <a:rPr lang="id-ID" smtClean="0"/>
              <a:t>29/07/2026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68863" y="1781840"/>
            <a:ext cx="1083337" cy="1023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451762" y="1781840"/>
            <a:ext cx="798248" cy="1023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80F6EA-D8CE-4D0D-BD09-1F0D426C66D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43392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1"/>
          <p:cNvSpPr txBox="1"/>
          <p:nvPr/>
        </p:nvSpPr>
        <p:spPr>
          <a:xfrm>
            <a:off x="425275" y="808130"/>
            <a:ext cx="3321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a</a:t>
            </a:r>
            <a:endParaRPr lang="id-ID" sz="2400" dirty="0"/>
          </a:p>
        </p:txBody>
      </p:sp>
      <p:sp>
        <p:nvSpPr>
          <p:cNvPr id="6" name="2"/>
          <p:cNvSpPr txBox="1"/>
          <p:nvPr/>
        </p:nvSpPr>
        <p:spPr>
          <a:xfrm>
            <a:off x="781888" y="604012"/>
            <a:ext cx="346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/>
              <a:t>b</a:t>
            </a:r>
          </a:p>
        </p:txBody>
      </p:sp>
      <p:sp>
        <p:nvSpPr>
          <p:cNvPr id="7" name="3"/>
          <p:cNvSpPr/>
          <p:nvPr/>
        </p:nvSpPr>
        <p:spPr>
          <a:xfrm>
            <a:off x="748218" y="1068296"/>
            <a:ext cx="413909" cy="1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400"/>
          </a:p>
        </p:txBody>
      </p:sp>
      <p:sp>
        <p:nvSpPr>
          <p:cNvPr id="8" name="4"/>
          <p:cNvSpPr txBox="1"/>
          <p:nvPr/>
        </p:nvSpPr>
        <p:spPr>
          <a:xfrm>
            <a:off x="797918" y="1036060"/>
            <a:ext cx="314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c</a:t>
            </a:r>
            <a:endParaRPr lang="id-ID" sz="2400" dirty="0"/>
          </a:p>
        </p:txBody>
      </p:sp>
      <p:sp>
        <p:nvSpPr>
          <p:cNvPr id="9" name="5"/>
          <p:cNvSpPr txBox="1"/>
          <p:nvPr/>
        </p:nvSpPr>
        <p:spPr>
          <a:xfrm>
            <a:off x="1358173" y="808130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=</a:t>
            </a:r>
            <a:endParaRPr lang="id-ID" sz="2400" dirty="0"/>
          </a:p>
        </p:txBody>
      </p:sp>
      <p:sp>
        <p:nvSpPr>
          <p:cNvPr id="12" name="8"/>
          <p:cNvSpPr txBox="1"/>
          <p:nvPr/>
        </p:nvSpPr>
        <p:spPr>
          <a:xfrm>
            <a:off x="2267331" y="805227"/>
            <a:ext cx="327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?</a:t>
            </a:r>
            <a:endParaRPr lang="id-ID" sz="2400" dirty="0"/>
          </a:p>
        </p:txBody>
      </p:sp>
      <p:sp>
        <p:nvSpPr>
          <p:cNvPr id="10" name="2"/>
          <p:cNvSpPr txBox="1"/>
          <p:nvPr/>
        </p:nvSpPr>
        <p:spPr>
          <a:xfrm>
            <a:off x="0" y="0"/>
            <a:ext cx="1367618" cy="276999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ctr"/>
            <a:r>
              <a:rPr lang="id-ID" sz="1200" dirty="0" smtClean="0">
                <a:solidFill>
                  <a:schemeClr val="bg1"/>
                </a:solidFill>
              </a:rPr>
              <a:t>Campuran ke Biasa</a:t>
            </a:r>
            <a:endParaRPr lang="id-ID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67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425275" y="604012"/>
            <a:ext cx="736852" cy="893713"/>
            <a:chOff x="425275" y="604012"/>
            <a:chExt cx="736852" cy="893713"/>
          </a:xfrm>
        </p:grpSpPr>
        <p:sp>
          <p:nvSpPr>
            <p:cNvPr id="5" name="1"/>
            <p:cNvSpPr txBox="1"/>
            <p:nvPr/>
          </p:nvSpPr>
          <p:spPr>
            <a:xfrm>
              <a:off x="425275" y="808130"/>
              <a:ext cx="3321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d-ID" sz="2400" dirty="0" smtClean="0"/>
                <a:t>a</a:t>
              </a:r>
              <a:endParaRPr lang="id-ID" sz="2400" dirty="0"/>
            </a:p>
          </p:txBody>
        </p:sp>
        <p:sp>
          <p:nvSpPr>
            <p:cNvPr id="6" name="2"/>
            <p:cNvSpPr txBox="1"/>
            <p:nvPr/>
          </p:nvSpPr>
          <p:spPr>
            <a:xfrm>
              <a:off x="781888" y="604012"/>
              <a:ext cx="34657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d-ID" sz="2400" dirty="0"/>
                <a:t>b</a:t>
              </a:r>
            </a:p>
          </p:txBody>
        </p:sp>
        <p:sp>
          <p:nvSpPr>
            <p:cNvPr id="7" name="3"/>
            <p:cNvSpPr/>
            <p:nvPr/>
          </p:nvSpPr>
          <p:spPr>
            <a:xfrm>
              <a:off x="748218" y="1068296"/>
              <a:ext cx="413909" cy="1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2400"/>
            </a:p>
          </p:txBody>
        </p:sp>
        <p:sp>
          <p:nvSpPr>
            <p:cNvPr id="8" name="4"/>
            <p:cNvSpPr txBox="1"/>
            <p:nvPr/>
          </p:nvSpPr>
          <p:spPr>
            <a:xfrm>
              <a:off x="797918" y="1036060"/>
              <a:ext cx="3145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d-ID" sz="2400" dirty="0" smtClean="0"/>
                <a:t>c</a:t>
              </a:r>
              <a:endParaRPr lang="id-ID" sz="2400" dirty="0"/>
            </a:p>
          </p:txBody>
        </p:sp>
      </p:grpSp>
      <p:sp>
        <p:nvSpPr>
          <p:cNvPr id="9" name="5"/>
          <p:cNvSpPr txBox="1"/>
          <p:nvPr/>
        </p:nvSpPr>
        <p:spPr>
          <a:xfrm>
            <a:off x="1358173" y="808130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=</a:t>
            </a:r>
            <a:endParaRPr lang="id-ID" sz="2400" dirty="0"/>
          </a:p>
        </p:txBody>
      </p:sp>
      <p:grpSp>
        <p:nvGrpSpPr>
          <p:cNvPr id="13" name="Group 12"/>
          <p:cNvGrpSpPr/>
          <p:nvPr/>
        </p:nvGrpSpPr>
        <p:grpSpPr>
          <a:xfrm>
            <a:off x="1900278" y="604012"/>
            <a:ext cx="736852" cy="893713"/>
            <a:chOff x="425275" y="604012"/>
            <a:chExt cx="736852" cy="893713"/>
          </a:xfrm>
        </p:grpSpPr>
        <p:sp>
          <p:nvSpPr>
            <p:cNvPr id="14" name="1"/>
            <p:cNvSpPr txBox="1"/>
            <p:nvPr/>
          </p:nvSpPr>
          <p:spPr>
            <a:xfrm>
              <a:off x="425275" y="808130"/>
              <a:ext cx="3321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d-ID" sz="2400" dirty="0" smtClean="0"/>
                <a:t>a</a:t>
              </a:r>
              <a:endParaRPr lang="id-ID" sz="2400" dirty="0"/>
            </a:p>
          </p:txBody>
        </p:sp>
        <p:sp>
          <p:nvSpPr>
            <p:cNvPr id="15" name="2"/>
            <p:cNvSpPr txBox="1"/>
            <p:nvPr/>
          </p:nvSpPr>
          <p:spPr>
            <a:xfrm>
              <a:off x="781888" y="604012"/>
              <a:ext cx="34657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d-ID" sz="2400" dirty="0"/>
                <a:t>b</a:t>
              </a:r>
            </a:p>
          </p:txBody>
        </p:sp>
        <p:sp>
          <p:nvSpPr>
            <p:cNvPr id="16" name="3"/>
            <p:cNvSpPr/>
            <p:nvPr/>
          </p:nvSpPr>
          <p:spPr>
            <a:xfrm>
              <a:off x="748218" y="1068296"/>
              <a:ext cx="413909" cy="1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2400"/>
            </a:p>
          </p:txBody>
        </p:sp>
        <p:sp>
          <p:nvSpPr>
            <p:cNvPr id="17" name="4"/>
            <p:cNvSpPr txBox="1"/>
            <p:nvPr/>
          </p:nvSpPr>
          <p:spPr>
            <a:xfrm>
              <a:off x="797918" y="1036060"/>
              <a:ext cx="3145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d-ID" sz="2400" dirty="0" smtClean="0"/>
                <a:t>c</a:t>
              </a:r>
              <a:endParaRPr lang="id-ID" sz="2400" dirty="0"/>
            </a:p>
          </p:txBody>
        </p:sp>
      </p:grpSp>
      <p:sp>
        <p:nvSpPr>
          <p:cNvPr id="18" name="2"/>
          <p:cNvSpPr txBox="1"/>
          <p:nvPr/>
        </p:nvSpPr>
        <p:spPr>
          <a:xfrm>
            <a:off x="0" y="0"/>
            <a:ext cx="1367618" cy="276999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ctr"/>
            <a:r>
              <a:rPr lang="id-ID" sz="1200" dirty="0" smtClean="0">
                <a:solidFill>
                  <a:schemeClr val="bg1"/>
                </a:solidFill>
              </a:rPr>
              <a:t>Campuran ke Biasa</a:t>
            </a:r>
            <a:endParaRPr lang="id-ID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7438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8423E-6 1.07349E-7 L -0.43645 1.07349E-7 " pathEditMode="relative" rAng="0" ptsTypes="AA">
                                      <p:cBhvr>
                                        <p:cTn id="6" dur="20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846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425275" y="604012"/>
            <a:ext cx="736852" cy="893713"/>
            <a:chOff x="425275" y="604012"/>
            <a:chExt cx="736852" cy="893713"/>
          </a:xfrm>
        </p:grpSpPr>
        <p:sp>
          <p:nvSpPr>
            <p:cNvPr id="5" name="1"/>
            <p:cNvSpPr txBox="1"/>
            <p:nvPr/>
          </p:nvSpPr>
          <p:spPr>
            <a:xfrm>
              <a:off x="425275" y="808130"/>
              <a:ext cx="3321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d-ID" sz="2400" dirty="0" smtClean="0"/>
                <a:t>a</a:t>
              </a:r>
              <a:endParaRPr lang="id-ID" sz="2400" dirty="0"/>
            </a:p>
          </p:txBody>
        </p:sp>
        <p:sp>
          <p:nvSpPr>
            <p:cNvPr id="6" name="2"/>
            <p:cNvSpPr txBox="1"/>
            <p:nvPr/>
          </p:nvSpPr>
          <p:spPr>
            <a:xfrm>
              <a:off x="781888" y="604012"/>
              <a:ext cx="34657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d-ID" sz="2400" dirty="0"/>
                <a:t>b</a:t>
              </a:r>
            </a:p>
          </p:txBody>
        </p:sp>
        <p:sp>
          <p:nvSpPr>
            <p:cNvPr id="7" name="3"/>
            <p:cNvSpPr/>
            <p:nvPr/>
          </p:nvSpPr>
          <p:spPr>
            <a:xfrm>
              <a:off x="748218" y="1068296"/>
              <a:ext cx="413909" cy="1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2400"/>
            </a:p>
          </p:txBody>
        </p:sp>
        <p:sp>
          <p:nvSpPr>
            <p:cNvPr id="8" name="4"/>
            <p:cNvSpPr txBox="1"/>
            <p:nvPr/>
          </p:nvSpPr>
          <p:spPr>
            <a:xfrm>
              <a:off x="797918" y="1036060"/>
              <a:ext cx="3145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d-ID" sz="2400" dirty="0" smtClean="0"/>
                <a:t>c</a:t>
              </a:r>
              <a:endParaRPr lang="id-ID" sz="2400" dirty="0"/>
            </a:p>
          </p:txBody>
        </p:sp>
      </p:grpSp>
      <p:sp>
        <p:nvSpPr>
          <p:cNvPr id="9" name="="/>
          <p:cNvSpPr txBox="1"/>
          <p:nvPr/>
        </p:nvSpPr>
        <p:spPr>
          <a:xfrm>
            <a:off x="1358173" y="808130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=</a:t>
            </a:r>
            <a:endParaRPr lang="id-ID" sz="2400" dirty="0"/>
          </a:p>
        </p:txBody>
      </p:sp>
      <p:sp>
        <p:nvSpPr>
          <p:cNvPr id="14" name="a"/>
          <p:cNvSpPr txBox="1"/>
          <p:nvPr/>
        </p:nvSpPr>
        <p:spPr>
          <a:xfrm>
            <a:off x="1900278" y="808130"/>
            <a:ext cx="3321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a</a:t>
            </a:r>
            <a:endParaRPr lang="id-ID" sz="2400" dirty="0"/>
          </a:p>
        </p:txBody>
      </p:sp>
      <p:sp>
        <p:nvSpPr>
          <p:cNvPr id="15" name="b"/>
          <p:cNvSpPr txBox="1"/>
          <p:nvPr/>
        </p:nvSpPr>
        <p:spPr>
          <a:xfrm>
            <a:off x="2256891" y="604012"/>
            <a:ext cx="346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/>
              <a:t>b</a:t>
            </a:r>
          </a:p>
        </p:txBody>
      </p:sp>
      <p:sp>
        <p:nvSpPr>
          <p:cNvPr id="16" name="---"/>
          <p:cNvSpPr/>
          <p:nvPr/>
        </p:nvSpPr>
        <p:spPr>
          <a:xfrm>
            <a:off x="2223221" y="1068296"/>
            <a:ext cx="413909" cy="1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400"/>
          </a:p>
        </p:txBody>
      </p:sp>
      <p:sp>
        <p:nvSpPr>
          <p:cNvPr id="17" name="c"/>
          <p:cNvSpPr txBox="1"/>
          <p:nvPr/>
        </p:nvSpPr>
        <p:spPr>
          <a:xfrm>
            <a:off x="2272921" y="1036060"/>
            <a:ext cx="314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c</a:t>
            </a:r>
            <a:endParaRPr lang="id-ID" sz="2400" dirty="0"/>
          </a:p>
        </p:txBody>
      </p:sp>
      <p:sp>
        <p:nvSpPr>
          <p:cNvPr id="18" name="-------"/>
          <p:cNvSpPr/>
          <p:nvPr/>
        </p:nvSpPr>
        <p:spPr>
          <a:xfrm>
            <a:off x="1944998" y="1068296"/>
            <a:ext cx="972000" cy="1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400"/>
          </a:p>
        </p:txBody>
      </p:sp>
      <p:sp>
        <p:nvSpPr>
          <p:cNvPr id="20" name="c"/>
          <p:cNvSpPr txBox="1"/>
          <p:nvPr/>
        </p:nvSpPr>
        <p:spPr>
          <a:xfrm>
            <a:off x="1900278" y="606682"/>
            <a:ext cx="314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c</a:t>
            </a:r>
            <a:endParaRPr lang="id-ID" sz="2400" dirty="0"/>
          </a:p>
        </p:txBody>
      </p:sp>
      <p:sp>
        <p:nvSpPr>
          <p:cNvPr id="21" name="x"/>
          <p:cNvSpPr txBox="1"/>
          <p:nvPr/>
        </p:nvSpPr>
        <p:spPr>
          <a:xfrm>
            <a:off x="2029110" y="602057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/>
              <a:t>×</a:t>
            </a:r>
          </a:p>
        </p:txBody>
      </p:sp>
      <p:sp>
        <p:nvSpPr>
          <p:cNvPr id="22" name="+"/>
          <p:cNvSpPr txBox="1"/>
          <p:nvPr/>
        </p:nvSpPr>
        <p:spPr>
          <a:xfrm>
            <a:off x="2397910" y="604131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+</a:t>
            </a:r>
            <a:endParaRPr lang="id-ID" sz="2400" dirty="0"/>
          </a:p>
        </p:txBody>
      </p:sp>
      <p:sp>
        <p:nvSpPr>
          <p:cNvPr id="23" name="a"/>
          <p:cNvSpPr txBox="1"/>
          <p:nvPr/>
        </p:nvSpPr>
        <p:spPr>
          <a:xfrm>
            <a:off x="2176991" y="604173"/>
            <a:ext cx="3321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a</a:t>
            </a:r>
            <a:endParaRPr lang="id-ID" sz="2400" dirty="0"/>
          </a:p>
        </p:txBody>
      </p:sp>
      <p:sp>
        <p:nvSpPr>
          <p:cNvPr id="25" name="b"/>
          <p:cNvSpPr txBox="1"/>
          <p:nvPr/>
        </p:nvSpPr>
        <p:spPr>
          <a:xfrm>
            <a:off x="2613755" y="604012"/>
            <a:ext cx="346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/>
              <a:t>b</a:t>
            </a:r>
          </a:p>
        </p:txBody>
      </p:sp>
      <p:sp>
        <p:nvSpPr>
          <p:cNvPr id="19" name="2"/>
          <p:cNvSpPr txBox="1"/>
          <p:nvPr/>
        </p:nvSpPr>
        <p:spPr>
          <a:xfrm>
            <a:off x="0" y="0"/>
            <a:ext cx="1367618" cy="276999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ctr"/>
            <a:r>
              <a:rPr lang="id-ID" sz="1200" dirty="0" smtClean="0">
                <a:solidFill>
                  <a:schemeClr val="bg1"/>
                </a:solidFill>
              </a:rPr>
              <a:t>Campuran ke Biasa</a:t>
            </a:r>
            <a:endParaRPr lang="id-ID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4827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" presetClass="exit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065E-6 -1.77539E-6 L -0.08306 0.10653 " pathEditMode="relative" rAng="0" ptsTypes="AA">
                                      <p:cBhvr>
                                        <p:cTn id="13" dur="200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76" y="5285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11137E-6 2.46078E-6 L 0.10998 0.22626 " pathEditMode="relative" rAng="0" ptsTypes="AA">
                                      <p:cBhvr>
                                        <p:cTn id="15" dur="2000" spd="-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76" y="11313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84919E-6 3.98844E-6 L -0.10395 3.98844E-6 " pathEditMode="relative" rAng="0" ptsTypes="AA">
                                      <p:cBhvr>
                                        <p:cTn id="22" dur="200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197" y="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 animBg="1"/>
      <p:bldP spid="18" grpId="0" animBg="1"/>
      <p:bldP spid="20" grpId="0"/>
      <p:bldP spid="21" grpId="0"/>
      <p:bldP spid="22" grpId="0"/>
      <p:bldP spid="23" grpId="0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1"/>
          <p:cNvSpPr txBox="1"/>
          <p:nvPr/>
        </p:nvSpPr>
        <p:spPr>
          <a:xfrm>
            <a:off x="425275" y="808130"/>
            <a:ext cx="3321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a</a:t>
            </a:r>
            <a:endParaRPr lang="id-ID" sz="2400" dirty="0"/>
          </a:p>
        </p:txBody>
      </p:sp>
      <p:sp>
        <p:nvSpPr>
          <p:cNvPr id="6" name="2"/>
          <p:cNvSpPr txBox="1"/>
          <p:nvPr/>
        </p:nvSpPr>
        <p:spPr>
          <a:xfrm>
            <a:off x="781888" y="604012"/>
            <a:ext cx="346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/>
              <a:t>b</a:t>
            </a:r>
          </a:p>
        </p:txBody>
      </p:sp>
      <p:sp>
        <p:nvSpPr>
          <p:cNvPr id="7" name="3"/>
          <p:cNvSpPr/>
          <p:nvPr/>
        </p:nvSpPr>
        <p:spPr>
          <a:xfrm>
            <a:off x="748218" y="1068296"/>
            <a:ext cx="413909" cy="1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400"/>
          </a:p>
        </p:txBody>
      </p:sp>
      <p:sp>
        <p:nvSpPr>
          <p:cNvPr id="8" name="4"/>
          <p:cNvSpPr txBox="1"/>
          <p:nvPr/>
        </p:nvSpPr>
        <p:spPr>
          <a:xfrm>
            <a:off x="797918" y="1036060"/>
            <a:ext cx="314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c</a:t>
            </a:r>
            <a:endParaRPr lang="id-ID" sz="2400" dirty="0"/>
          </a:p>
        </p:txBody>
      </p:sp>
      <p:sp>
        <p:nvSpPr>
          <p:cNvPr id="9" name="5"/>
          <p:cNvSpPr txBox="1"/>
          <p:nvPr/>
        </p:nvSpPr>
        <p:spPr>
          <a:xfrm>
            <a:off x="1358173" y="808130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=</a:t>
            </a:r>
            <a:endParaRPr lang="id-ID" sz="2400" dirty="0"/>
          </a:p>
        </p:txBody>
      </p:sp>
      <p:sp>
        <p:nvSpPr>
          <p:cNvPr id="10" name="6"/>
          <p:cNvSpPr txBox="1"/>
          <p:nvPr/>
        </p:nvSpPr>
        <p:spPr>
          <a:xfrm>
            <a:off x="1896236" y="604012"/>
            <a:ext cx="10695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c×a + b</a:t>
            </a:r>
            <a:endParaRPr lang="id-ID" sz="2400" dirty="0"/>
          </a:p>
        </p:txBody>
      </p:sp>
      <p:sp>
        <p:nvSpPr>
          <p:cNvPr id="11" name="7"/>
          <p:cNvSpPr/>
          <p:nvPr/>
        </p:nvSpPr>
        <p:spPr>
          <a:xfrm>
            <a:off x="1944998" y="1068296"/>
            <a:ext cx="972000" cy="1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400"/>
          </a:p>
        </p:txBody>
      </p:sp>
      <p:sp>
        <p:nvSpPr>
          <p:cNvPr id="12" name="8"/>
          <p:cNvSpPr txBox="1"/>
          <p:nvPr/>
        </p:nvSpPr>
        <p:spPr>
          <a:xfrm>
            <a:off x="2273743" y="1036060"/>
            <a:ext cx="314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c</a:t>
            </a:r>
            <a:endParaRPr lang="id-ID" sz="2400" dirty="0"/>
          </a:p>
        </p:txBody>
      </p:sp>
      <p:sp>
        <p:nvSpPr>
          <p:cNvPr id="13" name="2"/>
          <p:cNvSpPr txBox="1"/>
          <p:nvPr/>
        </p:nvSpPr>
        <p:spPr>
          <a:xfrm>
            <a:off x="0" y="0"/>
            <a:ext cx="1367618" cy="276999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ctr"/>
            <a:r>
              <a:rPr lang="id-ID" sz="1200" dirty="0" smtClean="0">
                <a:solidFill>
                  <a:schemeClr val="bg1"/>
                </a:solidFill>
              </a:rPr>
              <a:t>Campuran ke Biasa</a:t>
            </a:r>
            <a:endParaRPr lang="id-ID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346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44</Words>
  <Application>Microsoft Office PowerPoint</Application>
  <PresentationFormat>Custom</PresentationFormat>
  <Paragraphs>34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OurFutureWay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FutureWay</dc:creator>
  <cp:lastModifiedBy>FutureWay</cp:lastModifiedBy>
  <cp:revision>5</cp:revision>
  <dcterms:created xsi:type="dcterms:W3CDTF">2026-07-29T02:44:48Z</dcterms:created>
  <dcterms:modified xsi:type="dcterms:W3CDTF">2026-07-29T12:10:49Z</dcterms:modified>
</cp:coreProperties>
</file>