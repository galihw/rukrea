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6" d="100"/>
          <a:sy n="46" d="100"/>
        </p:scale>
        <p:origin x="-594" y="-7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6933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580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0738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90659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8108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72751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96107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00029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5879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364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0612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A8FCE-36D3-4C7D-9544-083D20AFDE1C}" type="datetimeFigureOut">
              <a:rPr lang="id-ID" smtClean="0"/>
              <a:t>28/07/2026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B3263-45E2-45F2-ACA4-CF3E0D3261D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4795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"/>
          <p:cNvSpPr txBox="1"/>
          <p:nvPr/>
        </p:nvSpPr>
        <p:spPr>
          <a:xfrm>
            <a:off x="953166" y="1407716"/>
            <a:ext cx="332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a</a:t>
            </a:r>
            <a:endParaRPr lang="id-ID" sz="2400" dirty="0"/>
          </a:p>
        </p:txBody>
      </p:sp>
      <p:sp>
        <p:nvSpPr>
          <p:cNvPr id="5" name="2"/>
          <p:cNvSpPr txBox="1"/>
          <p:nvPr/>
        </p:nvSpPr>
        <p:spPr>
          <a:xfrm>
            <a:off x="1309779" y="1203598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/>
              <a:t>b</a:t>
            </a:r>
          </a:p>
        </p:txBody>
      </p:sp>
      <p:sp>
        <p:nvSpPr>
          <p:cNvPr id="7" name="3"/>
          <p:cNvSpPr/>
          <p:nvPr/>
        </p:nvSpPr>
        <p:spPr>
          <a:xfrm>
            <a:off x="1276109" y="1667882"/>
            <a:ext cx="41390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6" name="4"/>
          <p:cNvSpPr txBox="1"/>
          <p:nvPr/>
        </p:nvSpPr>
        <p:spPr>
          <a:xfrm>
            <a:off x="1325809" y="1635646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12" name="5"/>
          <p:cNvSpPr txBox="1"/>
          <p:nvPr/>
        </p:nvSpPr>
        <p:spPr>
          <a:xfrm>
            <a:off x="1886064" y="1407716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=</a:t>
            </a:r>
            <a:endParaRPr lang="id-ID" sz="2400" dirty="0"/>
          </a:p>
        </p:txBody>
      </p:sp>
      <p:sp>
        <p:nvSpPr>
          <p:cNvPr id="9" name="6"/>
          <p:cNvSpPr txBox="1"/>
          <p:nvPr/>
        </p:nvSpPr>
        <p:spPr>
          <a:xfrm>
            <a:off x="2424127" y="1203598"/>
            <a:ext cx="1069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c×a + b</a:t>
            </a:r>
            <a:endParaRPr lang="id-ID" sz="2400" dirty="0"/>
          </a:p>
        </p:txBody>
      </p:sp>
      <p:sp>
        <p:nvSpPr>
          <p:cNvPr id="11" name="7"/>
          <p:cNvSpPr/>
          <p:nvPr/>
        </p:nvSpPr>
        <p:spPr>
          <a:xfrm>
            <a:off x="2472889" y="1667882"/>
            <a:ext cx="972000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10" name="8"/>
          <p:cNvSpPr txBox="1"/>
          <p:nvPr/>
        </p:nvSpPr>
        <p:spPr>
          <a:xfrm>
            <a:off x="2801634" y="1635646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932040" y="-884634"/>
            <a:ext cx="37750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35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400"/>
                            </p:stCondLst>
                            <p:childTnLst>
                              <p:par>
                                <p:cTn id="13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6" grpId="0"/>
      <p:bldP spid="12" grpId="0"/>
      <p:bldP spid="9" grpId="0"/>
      <p:bldP spid="11" grpId="0" animBg="1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</Words>
  <Application>Microsoft Office PowerPoint</Application>
  <PresentationFormat>On-screen Show (16:9)</PresentationFormat>
  <Paragraphs>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OurFutureWay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FutureWay</dc:creator>
  <cp:lastModifiedBy>FutureWay</cp:lastModifiedBy>
  <cp:revision>2</cp:revision>
  <dcterms:created xsi:type="dcterms:W3CDTF">2026-07-28T12:30:21Z</dcterms:created>
  <dcterms:modified xsi:type="dcterms:W3CDTF">2026-07-28T12:38:03Z</dcterms:modified>
</cp:coreProperties>
</file>